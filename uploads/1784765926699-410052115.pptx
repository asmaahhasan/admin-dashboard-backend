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8288000" cy="10287000"/>
  <p:notesSz cx="6858000" cy="9144000"/>
  <p:embeddedFontLst>
    <p:embeddedFont>
      <p:font typeface="Georgia Bold Italics" panose="020B0604020202020204" charset="0"/>
      <p:regular r:id="rId21"/>
    </p:embeddedFont>
    <p:embeddedFont>
      <p:font typeface="Lora Bold Italics" panose="020B0604020202020204" charset="0"/>
      <p:regular r:id="rId22"/>
    </p:embeddedFont>
    <p:embeddedFont>
      <p:font typeface="Quicksand" panose="020B0604020202020204" charset="0"/>
      <p:regular r:id="rId23"/>
    </p:embeddedFont>
    <p:embeddedFont>
      <p:font typeface="Lora Italics" panose="020B0604020202020204" charset="0"/>
      <p:regular r:id="rId24"/>
    </p:embeddedFont>
    <p:embeddedFont>
      <p:font typeface="Georgia Bold" panose="02040802050405020203" pitchFamily="18" charset="0"/>
      <p:bold r:id="rId25"/>
    </p:embeddedFont>
    <p:embeddedFont>
      <p:font typeface="Georgia" panose="02040502050405020303" pitchFamily="18" charset="0"/>
      <p:regular r:id="rId26"/>
      <p:bold r:id="rId27"/>
      <p:italic r:id="rId28"/>
      <p:boldItalic r:id="rId29"/>
    </p:embeddedFont>
    <p:embeddedFont>
      <p:font typeface="Calibri" panose="020F0502020204030204" pitchFamily="34" charset="0"/>
      <p:regular r:id="rId30"/>
      <p:bold r:id="rId31"/>
      <p:italic r:id="rId32"/>
      <p:boldItalic r:id="rId33"/>
    </p:embeddedFont>
    <p:embeddedFont>
      <p:font typeface="Georgia Italics" panose="020B0604020202020204" charset="0"/>
      <p:regular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2" d="100"/>
          <a:sy n="72" d="100"/>
        </p:scale>
        <p:origin x="654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34" Type="http://schemas.openxmlformats.org/officeDocument/2006/relationships/font" Target="fonts/font1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font" Target="fonts/font13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15.04.2026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4850179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7802559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2393151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1081667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5369473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6426098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8711418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5305805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0603109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615387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8747323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1642696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5729212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44099451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22432769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81704393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06606268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0649745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15-Apr-26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15-Apr-26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15-Apr-26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15-Apr-26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15-Apr-26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15-Apr-26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15-Apr-26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15-Apr-26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15-Apr-26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15-Apr-26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15-Apr-26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15-Apr-26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12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11" Type="http://schemas.openxmlformats.org/officeDocument/2006/relationships/image" Target="../media/image9.svg"/><Relationship Id="rId5" Type="http://schemas.openxmlformats.org/officeDocument/2006/relationships/image" Target="../media/image2.png"/><Relationship Id="rId10" Type="http://schemas.openxmlformats.org/officeDocument/2006/relationships/image" Target="../media/image5.png"/><Relationship Id="rId4" Type="http://schemas.openxmlformats.org/officeDocument/2006/relationships/image" Target="../media/image2.svg"/><Relationship Id="rId9" Type="http://schemas.openxmlformats.org/officeDocument/2006/relationships/image" Target="../media/image7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3.png"/><Relationship Id="rId3" Type="http://schemas.openxmlformats.org/officeDocument/2006/relationships/image" Target="../media/image8.jpeg"/><Relationship Id="rId7" Type="http://schemas.openxmlformats.org/officeDocument/2006/relationships/image" Target="../media/image4.png"/><Relationship Id="rId12" Type="http://schemas.openxmlformats.org/officeDocument/2006/relationships/image" Target="../media/image4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svg"/><Relationship Id="rId11" Type="http://schemas.openxmlformats.org/officeDocument/2006/relationships/image" Target="../media/image2.png"/><Relationship Id="rId5" Type="http://schemas.openxmlformats.org/officeDocument/2006/relationships/image" Target="../media/image1.png"/><Relationship Id="rId10" Type="http://schemas.openxmlformats.org/officeDocument/2006/relationships/image" Target="../media/image9.svg"/><Relationship Id="rId4" Type="http://schemas.openxmlformats.org/officeDocument/2006/relationships/image" Target="../media/image6.png"/><Relationship Id="rId9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5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5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19.sv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2.png"/><Relationship Id="rId4" Type="http://schemas.openxmlformats.org/officeDocument/2006/relationships/image" Target="../media/image2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2.png"/><Relationship Id="rId4" Type="http://schemas.openxmlformats.org/officeDocument/2006/relationships/image" Target="../media/image2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2.png"/><Relationship Id="rId4" Type="http://schemas.openxmlformats.org/officeDocument/2006/relationships/image" Target="../media/image2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2.png"/><Relationship Id="rId4" Type="http://schemas.openxmlformats.org/officeDocument/2006/relationships/image" Target="../media/image2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2.png"/><Relationship Id="rId4" Type="http://schemas.openxmlformats.org/officeDocument/2006/relationships/image" Target="../media/image2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2.png"/><Relationship Id="rId4" Type="http://schemas.openxmlformats.org/officeDocument/2006/relationships/image" Target="../media/image2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2.png"/><Relationship Id="rId4" Type="http://schemas.openxmlformats.org/officeDocument/2006/relationships/image" Target="../media/image2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2.png"/><Relationship Id="rId4" Type="http://schemas.openxmlformats.org/officeDocument/2006/relationships/image" Target="../media/image2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6.png"/><Relationship Id="rId7" Type="http://schemas.openxmlformats.org/officeDocument/2006/relationships/image" Target="../media/image32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11" Type="http://schemas.openxmlformats.org/officeDocument/2006/relationships/image" Target="../media/image7.svg"/><Relationship Id="rId5" Type="http://schemas.openxmlformats.org/officeDocument/2006/relationships/image" Target="../media/image30.svg"/><Relationship Id="rId10" Type="http://schemas.openxmlformats.org/officeDocument/2006/relationships/image" Target="../media/image4.png"/><Relationship Id="rId4" Type="http://schemas.openxmlformats.org/officeDocument/2006/relationships/image" Target="../media/image23.png"/><Relationship Id="rId9" Type="http://schemas.openxmlformats.org/officeDocument/2006/relationships/image" Target="../media/image3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0229885">
            <a:off x="-2057445" y="-1832567"/>
            <a:ext cx="10069235" cy="3991079"/>
          </a:xfrm>
          <a:custGeom>
            <a:avLst/>
            <a:gdLst/>
            <a:ahLst/>
            <a:cxnLst/>
            <a:rect l="l" t="t" r="r" b="b"/>
            <a:pathLst>
              <a:path w="10069235" h="3991079">
                <a:moveTo>
                  <a:pt x="0" y="0"/>
                </a:moveTo>
                <a:lnTo>
                  <a:pt x="10069235" y="0"/>
                </a:lnTo>
                <a:lnTo>
                  <a:pt x="10069235" y="3991079"/>
                </a:lnTo>
                <a:lnTo>
                  <a:pt x="0" y="39910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>
            <a:off x="-2445605" y="7917213"/>
            <a:ext cx="6015263" cy="5730905"/>
          </a:xfrm>
          <a:custGeom>
            <a:avLst/>
            <a:gdLst/>
            <a:ahLst/>
            <a:cxnLst/>
            <a:rect l="l" t="t" r="r" b="b"/>
            <a:pathLst>
              <a:path w="6015263" h="5730905">
                <a:moveTo>
                  <a:pt x="0" y="0"/>
                </a:moveTo>
                <a:lnTo>
                  <a:pt x="6015264" y="0"/>
                </a:lnTo>
                <a:lnTo>
                  <a:pt x="6015264" y="5730906"/>
                </a:lnTo>
                <a:lnTo>
                  <a:pt x="0" y="573090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>
            <a:off x="1028700" y="8628305"/>
            <a:ext cx="1515453" cy="1259991"/>
          </a:xfrm>
          <a:custGeom>
            <a:avLst/>
            <a:gdLst/>
            <a:ahLst/>
            <a:cxnLst/>
            <a:rect l="l" t="t" r="r" b="b"/>
            <a:pathLst>
              <a:path w="1515453" h="1259991">
                <a:moveTo>
                  <a:pt x="0" y="0"/>
                </a:moveTo>
                <a:lnTo>
                  <a:pt x="1515453" y="0"/>
                </a:lnTo>
                <a:lnTo>
                  <a:pt x="1515453" y="1259990"/>
                </a:lnTo>
                <a:lnTo>
                  <a:pt x="0" y="125999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249714">
            <a:off x="13648030" y="-2287346"/>
            <a:ext cx="9889586" cy="7516085"/>
          </a:xfrm>
          <a:custGeom>
            <a:avLst/>
            <a:gdLst/>
            <a:ahLst/>
            <a:cxnLst/>
            <a:rect l="l" t="t" r="r" b="b"/>
            <a:pathLst>
              <a:path w="9889586" h="7516085">
                <a:moveTo>
                  <a:pt x="0" y="0"/>
                </a:moveTo>
                <a:lnTo>
                  <a:pt x="9889586" y="0"/>
                </a:lnTo>
                <a:lnTo>
                  <a:pt x="9889586" y="7516085"/>
                </a:lnTo>
                <a:lnTo>
                  <a:pt x="0" y="75160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Freeform 6"/>
          <p:cNvSpPr/>
          <p:nvPr/>
        </p:nvSpPr>
        <p:spPr>
          <a:xfrm>
            <a:off x="17047792" y="5110620"/>
            <a:ext cx="6089699" cy="4955543"/>
          </a:xfrm>
          <a:custGeom>
            <a:avLst/>
            <a:gdLst/>
            <a:ahLst/>
            <a:cxnLst/>
            <a:rect l="l" t="t" r="r" b="b"/>
            <a:pathLst>
              <a:path w="6089699" h="4955543">
                <a:moveTo>
                  <a:pt x="0" y="0"/>
                </a:moveTo>
                <a:lnTo>
                  <a:pt x="6089699" y="0"/>
                </a:lnTo>
                <a:lnTo>
                  <a:pt x="6089699" y="4955544"/>
                </a:lnTo>
                <a:lnTo>
                  <a:pt x="0" y="495554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Freeform 7"/>
          <p:cNvSpPr/>
          <p:nvPr/>
        </p:nvSpPr>
        <p:spPr>
          <a:xfrm>
            <a:off x="7680461" y="9258300"/>
            <a:ext cx="2668991" cy="582023"/>
          </a:xfrm>
          <a:custGeom>
            <a:avLst/>
            <a:gdLst/>
            <a:ahLst/>
            <a:cxnLst/>
            <a:rect l="l" t="t" r="r" b="b"/>
            <a:pathLst>
              <a:path w="2668991" h="582023">
                <a:moveTo>
                  <a:pt x="0" y="0"/>
                </a:moveTo>
                <a:lnTo>
                  <a:pt x="2668991" y="0"/>
                </a:lnTo>
                <a:lnTo>
                  <a:pt x="2668991" y="582023"/>
                </a:lnTo>
                <a:lnTo>
                  <a:pt x="0" y="58202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5612095" y="3467524"/>
            <a:ext cx="7063811" cy="3696728"/>
          </a:xfrm>
          <a:custGeom>
            <a:avLst/>
            <a:gdLst/>
            <a:ahLst/>
            <a:cxnLst/>
            <a:rect l="l" t="t" r="r" b="b"/>
            <a:pathLst>
              <a:path w="7063811" h="3696728">
                <a:moveTo>
                  <a:pt x="0" y="0"/>
                </a:moveTo>
                <a:lnTo>
                  <a:pt x="7063810" y="0"/>
                </a:lnTo>
                <a:lnTo>
                  <a:pt x="7063810" y="3696728"/>
                </a:lnTo>
                <a:lnTo>
                  <a:pt x="0" y="3696728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5350778" y="1127796"/>
            <a:ext cx="7328358" cy="676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80"/>
              </a:lnSpc>
              <a:spcBef>
                <a:spcPct val="0"/>
              </a:spcBef>
            </a:pPr>
            <a:r>
              <a:rPr lang="en-US" sz="4400" b="1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Game Development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579940" y="2121077"/>
            <a:ext cx="3128120" cy="676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80"/>
              </a:lnSpc>
              <a:spcBef>
                <a:spcPct val="0"/>
              </a:spcBef>
            </a:pPr>
            <a:r>
              <a:rPr lang="en-US" sz="4400" b="1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with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00045" y="365760"/>
            <a:ext cx="7315200" cy="1645920"/>
            <a:chOff x="0" y="0"/>
            <a:chExt cx="9753600" cy="21945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753600" cy="2194560"/>
            </a:xfrm>
            <a:custGeom>
              <a:avLst/>
              <a:gdLst/>
              <a:ahLst/>
              <a:cxnLst/>
              <a:rect l="l" t="t" r="r" b="b"/>
              <a:pathLst>
                <a:path w="9753600" h="2194560">
                  <a:moveTo>
                    <a:pt x="0" y="0"/>
                  </a:moveTo>
                  <a:lnTo>
                    <a:pt x="9753600" y="0"/>
                  </a:lnTo>
                  <a:lnTo>
                    <a:pt x="97536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6600" b="-36600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9753600" cy="22040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9600"/>
                </a:lnSpc>
              </a:pPr>
              <a:r>
                <a:rPr lang="en-US" sz="8000" b="1" i="1">
                  <a:solidFill>
                    <a:srgbClr val="1E2761"/>
                  </a:solidFill>
                  <a:latin typeface="Georgia Bold Italics"/>
                  <a:ea typeface="Georgia Bold Italics"/>
                  <a:cs typeface="Georgia Bold Italics"/>
                  <a:sym typeface="Georgia Bold Italics"/>
                </a:rPr>
                <a:t>Content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828800" y="2194560"/>
            <a:ext cx="12801600" cy="1097280"/>
            <a:chOff x="0" y="0"/>
            <a:chExt cx="17068800" cy="146304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7068800" cy="1463040"/>
            </a:xfrm>
            <a:custGeom>
              <a:avLst/>
              <a:gdLst/>
              <a:ahLst/>
              <a:cxnLst/>
              <a:rect l="l" t="t" r="r" b="b"/>
              <a:pathLst>
                <a:path w="17068800" h="1463040">
                  <a:moveTo>
                    <a:pt x="0" y="0"/>
                  </a:moveTo>
                  <a:lnTo>
                    <a:pt x="17068800" y="0"/>
                  </a:lnTo>
                  <a:lnTo>
                    <a:pt x="170688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7325" b="-177325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17068800" cy="14725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i="1">
                  <a:solidFill>
                    <a:srgbClr val="F1840D"/>
                  </a:solidFill>
                  <a:latin typeface="Georgia Italics"/>
                  <a:ea typeface="Georgia Italics"/>
                  <a:cs typeface="Georgia Italics"/>
                  <a:sym typeface="Georgia Italics"/>
                </a:rPr>
                <a:t>Today we will learn about: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175076" y="3291840"/>
            <a:ext cx="10628387" cy="5195569"/>
            <a:chOff x="0" y="0"/>
            <a:chExt cx="15002733" cy="73339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5002732" cy="7333919"/>
            </a:xfrm>
            <a:custGeom>
              <a:avLst/>
              <a:gdLst/>
              <a:ahLst/>
              <a:cxnLst/>
              <a:rect l="l" t="t" r="r" b="b"/>
              <a:pathLst>
                <a:path w="15002732" h="7333919">
                  <a:moveTo>
                    <a:pt x="0" y="0"/>
                  </a:moveTo>
                  <a:lnTo>
                    <a:pt x="15002732" y="0"/>
                  </a:lnTo>
                  <a:lnTo>
                    <a:pt x="15002732" y="7333919"/>
                  </a:lnTo>
                  <a:lnTo>
                    <a:pt x="0" y="73339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800" r="-11318" b="255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9525"/>
              <a:ext cx="15002733" cy="734344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endParaRPr/>
            </a:p>
            <a:p>
              <a:pPr marL="1061721" lvl="1" indent="-530860" algn="l">
                <a:lnSpc>
                  <a:spcPts val="5280"/>
                </a:lnSpc>
                <a:buFont typeface="Arial"/>
                <a:buChar char="•"/>
              </a:pPr>
              <a:r>
                <a:rPr lang="en-US" sz="4400" b="1">
                  <a:solidFill>
                    <a:srgbClr val="1E2761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What is Coding / Programming?</a:t>
              </a:r>
            </a:p>
            <a:p>
              <a:pPr algn="l">
                <a:lnSpc>
                  <a:spcPts val="5280"/>
                </a:lnSpc>
              </a:pPr>
              <a:endParaRPr lang="en-US" sz="4400" b="1">
                <a:solidFill>
                  <a:srgbClr val="1E2761"/>
                </a:solidFill>
                <a:latin typeface="Georgia Bold"/>
                <a:ea typeface="Georgia Bold"/>
                <a:cs typeface="Georgia Bold"/>
                <a:sym typeface="Georgia Bold"/>
              </a:endParaRPr>
            </a:p>
            <a:p>
              <a:pPr marL="1061721" lvl="1" indent="-530860" algn="l">
                <a:lnSpc>
                  <a:spcPts val="5280"/>
                </a:lnSpc>
                <a:buFont typeface="Arial"/>
                <a:buChar char="•"/>
              </a:pPr>
              <a:r>
                <a:rPr lang="en-US" sz="4400" b="1">
                  <a:solidFill>
                    <a:srgbClr val="1E2761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Game Development</a:t>
              </a:r>
            </a:p>
            <a:p>
              <a:pPr algn="l">
                <a:lnSpc>
                  <a:spcPts val="5280"/>
                </a:lnSpc>
              </a:pPr>
              <a:endParaRPr lang="en-US" sz="4400" b="1">
                <a:solidFill>
                  <a:srgbClr val="1E2761"/>
                </a:solidFill>
                <a:latin typeface="Georgia Bold"/>
                <a:ea typeface="Georgia Bold"/>
                <a:cs typeface="Georgia Bold"/>
                <a:sym typeface="Georgia Bold"/>
              </a:endParaRPr>
            </a:p>
            <a:p>
              <a:pPr marL="1061721" lvl="1" indent="-530860" algn="l">
                <a:lnSpc>
                  <a:spcPts val="5280"/>
                </a:lnSpc>
                <a:buFont typeface="Arial"/>
                <a:buChar char="•"/>
              </a:pPr>
              <a:r>
                <a:rPr lang="en-US" sz="4400" b="1">
                  <a:solidFill>
                    <a:srgbClr val="1E2761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Introduction to PictoBlox</a:t>
              </a:r>
            </a:p>
            <a:p>
              <a:pPr algn="l">
                <a:lnSpc>
                  <a:spcPts val="5280"/>
                </a:lnSpc>
              </a:pPr>
              <a:endParaRPr lang="en-US" sz="4400" b="1">
                <a:solidFill>
                  <a:srgbClr val="1E2761"/>
                </a:solidFill>
                <a:latin typeface="Georgia Bold"/>
                <a:ea typeface="Georgia Bold"/>
                <a:cs typeface="Georgia Bold"/>
                <a:sym typeface="Georgia Bold"/>
              </a:endParaRPr>
            </a:p>
          </p:txBody>
        </p:sp>
      </p:grpSp>
      <p:sp>
        <p:nvSpPr>
          <p:cNvPr id="11" name="Freeform 11"/>
          <p:cNvSpPr/>
          <p:nvPr/>
        </p:nvSpPr>
        <p:spPr>
          <a:xfrm>
            <a:off x="8229600" y="365760"/>
            <a:ext cx="2668991" cy="582023"/>
          </a:xfrm>
          <a:custGeom>
            <a:avLst/>
            <a:gdLst/>
            <a:ahLst/>
            <a:cxnLst/>
            <a:rect l="l" t="t" r="r" b="b"/>
            <a:pathLst>
              <a:path w="2668991" h="582023">
                <a:moveTo>
                  <a:pt x="0" y="0"/>
                </a:moveTo>
                <a:lnTo>
                  <a:pt x="2668991" y="0"/>
                </a:lnTo>
                <a:lnTo>
                  <a:pt x="2668991" y="582023"/>
                </a:lnTo>
                <a:lnTo>
                  <a:pt x="0" y="5820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0491323" y="8119694"/>
            <a:ext cx="10069235" cy="3991079"/>
          </a:xfrm>
          <a:custGeom>
            <a:avLst/>
            <a:gdLst/>
            <a:ahLst/>
            <a:cxnLst/>
            <a:rect l="l" t="t" r="r" b="b"/>
            <a:pathLst>
              <a:path w="10069235" h="3991079">
                <a:moveTo>
                  <a:pt x="0" y="0"/>
                </a:moveTo>
                <a:lnTo>
                  <a:pt x="10069235" y="0"/>
                </a:lnTo>
                <a:lnTo>
                  <a:pt x="10069235" y="3991078"/>
                </a:lnTo>
                <a:lnTo>
                  <a:pt x="0" y="399107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3" name="Freeform 13"/>
          <p:cNvSpPr/>
          <p:nvPr/>
        </p:nvSpPr>
        <p:spPr>
          <a:xfrm rot="249714">
            <a:off x="13648030" y="-2287346"/>
            <a:ext cx="9889586" cy="7516085"/>
          </a:xfrm>
          <a:custGeom>
            <a:avLst/>
            <a:gdLst/>
            <a:ahLst/>
            <a:cxnLst/>
            <a:rect l="l" t="t" r="r" b="b"/>
            <a:pathLst>
              <a:path w="9889586" h="7516085">
                <a:moveTo>
                  <a:pt x="0" y="0"/>
                </a:moveTo>
                <a:lnTo>
                  <a:pt x="9889586" y="0"/>
                </a:lnTo>
                <a:lnTo>
                  <a:pt x="9889586" y="7516085"/>
                </a:lnTo>
                <a:lnTo>
                  <a:pt x="0" y="751608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4" name="Freeform 14"/>
          <p:cNvSpPr/>
          <p:nvPr/>
        </p:nvSpPr>
        <p:spPr>
          <a:xfrm>
            <a:off x="17047792" y="5110620"/>
            <a:ext cx="6089699" cy="4955543"/>
          </a:xfrm>
          <a:custGeom>
            <a:avLst/>
            <a:gdLst/>
            <a:ahLst/>
            <a:cxnLst/>
            <a:rect l="l" t="t" r="r" b="b"/>
            <a:pathLst>
              <a:path w="6089699" h="4955543">
                <a:moveTo>
                  <a:pt x="0" y="0"/>
                </a:moveTo>
                <a:lnTo>
                  <a:pt x="6089699" y="0"/>
                </a:lnTo>
                <a:lnTo>
                  <a:pt x="6089699" y="4955544"/>
                </a:lnTo>
                <a:lnTo>
                  <a:pt x="0" y="495554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xmlns="" r:embed="rId1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5" name="Freeform 15"/>
          <p:cNvSpPr/>
          <p:nvPr/>
        </p:nvSpPr>
        <p:spPr>
          <a:xfrm>
            <a:off x="-3272063" y="7917213"/>
            <a:ext cx="6015263" cy="5730905"/>
          </a:xfrm>
          <a:custGeom>
            <a:avLst/>
            <a:gdLst/>
            <a:ahLst/>
            <a:cxnLst/>
            <a:rect l="l" t="t" r="r" b="b"/>
            <a:pathLst>
              <a:path w="6015263" h="5730905">
                <a:moveTo>
                  <a:pt x="0" y="0"/>
                </a:moveTo>
                <a:lnTo>
                  <a:pt x="6015263" y="0"/>
                </a:lnTo>
                <a:lnTo>
                  <a:pt x="6015263" y="5730906"/>
                </a:lnTo>
                <a:lnTo>
                  <a:pt x="0" y="573090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xmlns="" r:embed="rId1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6" name="Freeform 16"/>
          <p:cNvSpPr/>
          <p:nvPr/>
        </p:nvSpPr>
        <p:spPr>
          <a:xfrm>
            <a:off x="500045" y="8806173"/>
            <a:ext cx="1515453" cy="1259991"/>
          </a:xfrm>
          <a:custGeom>
            <a:avLst/>
            <a:gdLst/>
            <a:ahLst/>
            <a:cxnLst/>
            <a:rect l="l" t="t" r="r" b="b"/>
            <a:pathLst>
              <a:path w="1515453" h="1259991">
                <a:moveTo>
                  <a:pt x="0" y="0"/>
                </a:moveTo>
                <a:lnTo>
                  <a:pt x="1515452" y="0"/>
                </a:lnTo>
                <a:lnTo>
                  <a:pt x="1515452" y="1259991"/>
                </a:lnTo>
                <a:lnTo>
                  <a:pt x="0" y="125999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4936416" y="-4570925"/>
            <a:ext cx="7315200" cy="7315200"/>
            <a:chOff x="0" y="0"/>
            <a:chExt cx="9753600" cy="97536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753600" cy="9753600"/>
            </a:xfrm>
            <a:custGeom>
              <a:avLst/>
              <a:gdLst/>
              <a:ahLst/>
              <a:cxnLst/>
              <a:rect l="l" t="t" r="r" b="b"/>
              <a:pathLst>
                <a:path w="9753600" h="9753600">
                  <a:moveTo>
                    <a:pt x="0" y="4876800"/>
                  </a:moveTo>
                  <a:cubicBezTo>
                    <a:pt x="0" y="2183384"/>
                    <a:pt x="2183384" y="0"/>
                    <a:pt x="4876800" y="0"/>
                  </a:cubicBezTo>
                  <a:cubicBezTo>
                    <a:pt x="7570216" y="0"/>
                    <a:pt x="9753600" y="2183384"/>
                    <a:pt x="9753600" y="4876800"/>
                  </a:cubicBezTo>
                  <a:cubicBezTo>
                    <a:pt x="9753600" y="7570216"/>
                    <a:pt x="7570216" y="9753600"/>
                    <a:pt x="4876800" y="9753600"/>
                  </a:cubicBezTo>
                  <a:cubicBezTo>
                    <a:pt x="2183384" y="9753600"/>
                    <a:pt x="0" y="7570216"/>
                    <a:pt x="0" y="4876800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5544800" y="-3656525"/>
            <a:ext cx="6400800" cy="6400800"/>
            <a:chOff x="0" y="0"/>
            <a:chExt cx="8534400" cy="85344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534400" cy="8534400"/>
            </a:xfrm>
            <a:custGeom>
              <a:avLst/>
              <a:gdLst/>
              <a:ahLst/>
              <a:cxnLst/>
              <a:rect l="l" t="t" r="r" b="b"/>
              <a:pathLst>
                <a:path w="8534400" h="8534400">
                  <a:moveTo>
                    <a:pt x="0" y="4267200"/>
                  </a:moveTo>
                  <a:cubicBezTo>
                    <a:pt x="0" y="1910461"/>
                    <a:pt x="1910461" y="0"/>
                    <a:pt x="4267200" y="0"/>
                  </a:cubicBezTo>
                  <a:cubicBezTo>
                    <a:pt x="6623939" y="0"/>
                    <a:pt x="8534400" y="1910461"/>
                    <a:pt x="8534400" y="4267200"/>
                  </a:cubicBezTo>
                  <a:cubicBezTo>
                    <a:pt x="8534400" y="6623939"/>
                    <a:pt x="6623939" y="8534400"/>
                    <a:pt x="4267200" y="8534400"/>
                  </a:cubicBezTo>
                  <a:cubicBezTo>
                    <a:pt x="1910461" y="8534400"/>
                    <a:pt x="0" y="6623939"/>
                    <a:pt x="0" y="4267200"/>
                  </a:cubicBezTo>
                  <a:close/>
                </a:path>
              </a:pathLst>
            </a:custGeom>
            <a:solidFill>
              <a:srgbClr val="E8952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-3107616" y="8268836"/>
            <a:ext cx="5486400" cy="5486400"/>
            <a:chOff x="0" y="0"/>
            <a:chExt cx="7315200" cy="7315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315200" cy="7315200"/>
            </a:xfrm>
            <a:custGeom>
              <a:avLst/>
              <a:gdLst/>
              <a:ahLst/>
              <a:cxnLst/>
              <a:rect l="l" t="t" r="r" b="b"/>
              <a:pathLst>
                <a:path w="7315200" h="7315200">
                  <a:moveTo>
                    <a:pt x="0" y="3657600"/>
                  </a:moveTo>
                  <a:cubicBezTo>
                    <a:pt x="0" y="1637538"/>
                    <a:pt x="1637538" y="0"/>
                    <a:pt x="3657600" y="0"/>
                  </a:cubicBezTo>
                  <a:cubicBezTo>
                    <a:pt x="5677662" y="0"/>
                    <a:pt x="7315200" y="1637538"/>
                    <a:pt x="7315200" y="3657600"/>
                  </a:cubicBezTo>
                  <a:cubicBezTo>
                    <a:pt x="7315200" y="5677662"/>
                    <a:pt x="5677662" y="7315200"/>
                    <a:pt x="3657600" y="7315200"/>
                  </a:cubicBezTo>
                  <a:cubicBezTo>
                    <a:pt x="1637538" y="7315200"/>
                    <a:pt x="0" y="5677662"/>
                    <a:pt x="0" y="3657600"/>
                  </a:cubicBezTo>
                  <a:close/>
                </a:path>
              </a:pathLst>
            </a:custGeom>
            <a:solidFill>
              <a:srgbClr val="E8952F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4996160" y="6949440"/>
            <a:ext cx="6400800" cy="6400800"/>
            <a:chOff x="0" y="0"/>
            <a:chExt cx="8534400" cy="85344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534400" cy="8534400"/>
            </a:xfrm>
            <a:custGeom>
              <a:avLst/>
              <a:gdLst/>
              <a:ahLst/>
              <a:cxnLst/>
              <a:rect l="l" t="t" r="r" b="b"/>
              <a:pathLst>
                <a:path w="8534400" h="8534400">
                  <a:moveTo>
                    <a:pt x="0" y="4267200"/>
                  </a:moveTo>
                  <a:cubicBezTo>
                    <a:pt x="0" y="1910461"/>
                    <a:pt x="1910461" y="0"/>
                    <a:pt x="4267200" y="0"/>
                  </a:cubicBezTo>
                  <a:cubicBezTo>
                    <a:pt x="6623939" y="0"/>
                    <a:pt x="8534400" y="1910461"/>
                    <a:pt x="8534400" y="4267200"/>
                  </a:cubicBezTo>
                  <a:cubicBezTo>
                    <a:pt x="8534400" y="6623939"/>
                    <a:pt x="6623939" y="8534400"/>
                    <a:pt x="4267200" y="8534400"/>
                  </a:cubicBezTo>
                  <a:cubicBezTo>
                    <a:pt x="1910461" y="8534400"/>
                    <a:pt x="0" y="6623939"/>
                    <a:pt x="0" y="4267200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3280754" y="1028700"/>
            <a:ext cx="10972800" cy="2194560"/>
            <a:chOff x="0" y="0"/>
            <a:chExt cx="14630400" cy="292608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4630400" cy="2926080"/>
            </a:xfrm>
            <a:custGeom>
              <a:avLst/>
              <a:gdLst/>
              <a:ahLst/>
              <a:cxnLst/>
              <a:rect l="l" t="t" r="r" b="b"/>
              <a:pathLst>
                <a:path w="14630400" h="2926080">
                  <a:moveTo>
                    <a:pt x="0" y="0"/>
                  </a:moveTo>
                  <a:lnTo>
                    <a:pt x="14630400" y="0"/>
                  </a:lnTo>
                  <a:lnTo>
                    <a:pt x="1463040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7425" b="-47425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9525"/>
              <a:ext cx="14630400" cy="29356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240"/>
                </a:lnSpc>
              </a:pPr>
              <a:r>
                <a:rPr lang="en-US" sz="5200" b="1" i="1">
                  <a:solidFill>
                    <a:srgbClr val="1E2761"/>
                  </a:solidFill>
                  <a:latin typeface="Georgia Bold Italics"/>
                  <a:ea typeface="Georgia Bold Italics"/>
                  <a:cs typeface="Georgia Bold Italics"/>
                  <a:sym typeface="Georgia Bold Italics"/>
                </a:rPr>
                <a:t>What Languages Do You Speak?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4253554" y="4156724"/>
            <a:ext cx="4491646" cy="4491646"/>
            <a:chOff x="0" y="0"/>
            <a:chExt cx="6827520" cy="6827520"/>
          </a:xfrm>
        </p:grpSpPr>
        <p:sp>
          <p:nvSpPr>
            <p:cNvPr id="14" name="Freeform 14" descr="preencoded.png"/>
            <p:cNvSpPr/>
            <p:nvPr/>
          </p:nvSpPr>
          <p:spPr>
            <a:xfrm>
              <a:off x="0" y="0"/>
              <a:ext cx="6827520" cy="6827520"/>
            </a:xfrm>
            <a:custGeom>
              <a:avLst/>
              <a:gdLst/>
              <a:ahLst/>
              <a:cxnLst/>
              <a:rect l="l" t="t" r="r" b="b"/>
              <a:pathLst>
                <a:path w="6827520" h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6827520"/>
                  </a:lnTo>
                  <a:lnTo>
                    <a:pt x="0" y="6827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7809505" y="9258300"/>
            <a:ext cx="2668991" cy="582023"/>
          </a:xfrm>
          <a:custGeom>
            <a:avLst/>
            <a:gdLst/>
            <a:ahLst/>
            <a:cxnLst/>
            <a:rect l="l" t="t" r="r" b="b"/>
            <a:pathLst>
              <a:path w="2668991" h="582023">
                <a:moveTo>
                  <a:pt x="0" y="0"/>
                </a:moveTo>
                <a:lnTo>
                  <a:pt x="2668990" y="0"/>
                </a:lnTo>
                <a:lnTo>
                  <a:pt x="2668990" y="582023"/>
                </a:lnTo>
                <a:lnTo>
                  <a:pt x="0" y="58202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790355" y="4401498"/>
            <a:ext cx="14205805" cy="20599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36"/>
              </a:lnSpc>
              <a:spcBef>
                <a:spcPct val="0"/>
              </a:spcBef>
            </a:pPr>
            <a:r>
              <a:rPr lang="en-US" sz="3363" b="1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We all speak different languages like Arabic, English, French... </a:t>
            </a:r>
          </a:p>
          <a:p>
            <a:pPr algn="ctr">
              <a:lnSpc>
                <a:spcPts val="4036"/>
              </a:lnSpc>
              <a:spcBef>
                <a:spcPct val="0"/>
              </a:spcBef>
            </a:pPr>
            <a:r>
              <a:rPr lang="en-US" sz="3363" b="1">
                <a:solidFill>
                  <a:srgbClr val="F1840D"/>
                </a:solidFill>
                <a:latin typeface="Georgia Bold"/>
                <a:ea typeface="Georgia Bold"/>
                <a:cs typeface="Georgia Bold"/>
                <a:sym typeface="Georgia Bold"/>
              </a:rPr>
              <a:t>What languages do you speak?</a:t>
            </a:r>
          </a:p>
          <a:p>
            <a:pPr algn="ctr">
              <a:lnSpc>
                <a:spcPts val="4036"/>
              </a:lnSpc>
              <a:spcBef>
                <a:spcPct val="0"/>
              </a:spcBef>
            </a:pPr>
            <a:r>
              <a:rPr lang="en-US" sz="3363" b="1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 Think about all the languages people use to communicate </a:t>
            </a:r>
          </a:p>
          <a:p>
            <a:pPr algn="ctr">
              <a:lnSpc>
                <a:spcPts val="4036"/>
              </a:lnSpc>
              <a:spcBef>
                <a:spcPct val="0"/>
              </a:spcBef>
            </a:pPr>
            <a:r>
              <a:rPr lang="en-US" sz="3363" b="1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with each other every day!</a:t>
            </a:r>
          </a:p>
        </p:txBody>
      </p:sp>
    </p:spTree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4731633" y="-4023091"/>
            <a:ext cx="7315200" cy="7315200"/>
            <a:chOff x="0" y="0"/>
            <a:chExt cx="9753600" cy="97536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753600" cy="9753600"/>
            </a:xfrm>
            <a:custGeom>
              <a:avLst/>
              <a:gdLst/>
              <a:ahLst/>
              <a:cxnLst/>
              <a:rect l="l" t="t" r="r" b="b"/>
              <a:pathLst>
                <a:path w="9753600" h="9753600">
                  <a:moveTo>
                    <a:pt x="0" y="4876800"/>
                  </a:moveTo>
                  <a:cubicBezTo>
                    <a:pt x="0" y="2183384"/>
                    <a:pt x="2183384" y="0"/>
                    <a:pt x="4876800" y="0"/>
                  </a:cubicBezTo>
                  <a:cubicBezTo>
                    <a:pt x="7570216" y="0"/>
                    <a:pt x="9753600" y="2183384"/>
                    <a:pt x="9753600" y="4876800"/>
                  </a:cubicBezTo>
                  <a:cubicBezTo>
                    <a:pt x="9753600" y="7570216"/>
                    <a:pt x="7570216" y="9753600"/>
                    <a:pt x="4876800" y="9753600"/>
                  </a:cubicBezTo>
                  <a:cubicBezTo>
                    <a:pt x="2183384" y="9753600"/>
                    <a:pt x="0" y="7570216"/>
                    <a:pt x="0" y="4876800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5087600" y="-3383280"/>
            <a:ext cx="6400800" cy="6400800"/>
            <a:chOff x="0" y="0"/>
            <a:chExt cx="8534400" cy="85344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534400" cy="8534400"/>
            </a:xfrm>
            <a:custGeom>
              <a:avLst/>
              <a:gdLst/>
              <a:ahLst/>
              <a:cxnLst/>
              <a:rect l="l" t="t" r="r" b="b"/>
              <a:pathLst>
                <a:path w="8534400" h="8534400">
                  <a:moveTo>
                    <a:pt x="0" y="4267200"/>
                  </a:moveTo>
                  <a:cubicBezTo>
                    <a:pt x="0" y="1910461"/>
                    <a:pt x="1910461" y="0"/>
                    <a:pt x="4267200" y="0"/>
                  </a:cubicBezTo>
                  <a:cubicBezTo>
                    <a:pt x="6623939" y="0"/>
                    <a:pt x="8534400" y="1910461"/>
                    <a:pt x="8534400" y="4267200"/>
                  </a:cubicBezTo>
                  <a:cubicBezTo>
                    <a:pt x="8534400" y="6623939"/>
                    <a:pt x="6623939" y="8534400"/>
                    <a:pt x="4267200" y="8534400"/>
                  </a:cubicBezTo>
                  <a:cubicBezTo>
                    <a:pt x="1910461" y="8534400"/>
                    <a:pt x="0" y="6623939"/>
                    <a:pt x="0" y="4267200"/>
                  </a:cubicBezTo>
                  <a:close/>
                </a:path>
              </a:pathLst>
            </a:custGeom>
            <a:solidFill>
              <a:srgbClr val="E8952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-3125195" y="8126805"/>
            <a:ext cx="5486400" cy="5486400"/>
            <a:chOff x="0" y="0"/>
            <a:chExt cx="7315200" cy="7315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315200" cy="7315200"/>
            </a:xfrm>
            <a:custGeom>
              <a:avLst/>
              <a:gdLst/>
              <a:ahLst/>
              <a:cxnLst/>
              <a:rect l="l" t="t" r="r" b="b"/>
              <a:pathLst>
                <a:path w="7315200" h="7315200">
                  <a:moveTo>
                    <a:pt x="0" y="3657600"/>
                  </a:moveTo>
                  <a:cubicBezTo>
                    <a:pt x="0" y="1637538"/>
                    <a:pt x="1637538" y="0"/>
                    <a:pt x="3657600" y="0"/>
                  </a:cubicBezTo>
                  <a:cubicBezTo>
                    <a:pt x="5677662" y="0"/>
                    <a:pt x="7315200" y="1637538"/>
                    <a:pt x="7315200" y="3657600"/>
                  </a:cubicBezTo>
                  <a:cubicBezTo>
                    <a:pt x="7315200" y="5677662"/>
                    <a:pt x="5677662" y="7315200"/>
                    <a:pt x="3657600" y="7315200"/>
                  </a:cubicBezTo>
                  <a:cubicBezTo>
                    <a:pt x="1637538" y="7315200"/>
                    <a:pt x="0" y="5677662"/>
                    <a:pt x="0" y="3657600"/>
                  </a:cubicBezTo>
                  <a:close/>
                </a:path>
              </a:pathLst>
            </a:custGeom>
            <a:solidFill>
              <a:srgbClr val="E8952F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5929506" y="7086600"/>
            <a:ext cx="6400800" cy="6400800"/>
            <a:chOff x="0" y="0"/>
            <a:chExt cx="8534400" cy="85344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534400" cy="8534400"/>
            </a:xfrm>
            <a:custGeom>
              <a:avLst/>
              <a:gdLst/>
              <a:ahLst/>
              <a:cxnLst/>
              <a:rect l="l" t="t" r="r" b="b"/>
              <a:pathLst>
                <a:path w="8534400" h="8534400">
                  <a:moveTo>
                    <a:pt x="0" y="4267200"/>
                  </a:moveTo>
                  <a:cubicBezTo>
                    <a:pt x="0" y="1910461"/>
                    <a:pt x="1910461" y="0"/>
                    <a:pt x="4267200" y="0"/>
                  </a:cubicBezTo>
                  <a:cubicBezTo>
                    <a:pt x="6623939" y="0"/>
                    <a:pt x="8534400" y="1910461"/>
                    <a:pt x="8534400" y="4267200"/>
                  </a:cubicBezTo>
                  <a:cubicBezTo>
                    <a:pt x="8534400" y="6623939"/>
                    <a:pt x="6623939" y="8534400"/>
                    <a:pt x="4267200" y="8534400"/>
                  </a:cubicBezTo>
                  <a:cubicBezTo>
                    <a:pt x="1910461" y="8534400"/>
                    <a:pt x="0" y="6623939"/>
                    <a:pt x="0" y="4267200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2743200" y="365760"/>
            <a:ext cx="12801600" cy="1645920"/>
            <a:chOff x="0" y="0"/>
            <a:chExt cx="17068800" cy="219456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7068800" cy="2194560"/>
            </a:xfrm>
            <a:custGeom>
              <a:avLst/>
              <a:gdLst/>
              <a:ahLst/>
              <a:cxnLst/>
              <a:rect l="l" t="t" r="r" b="b"/>
              <a:pathLst>
                <a:path w="17068800" h="2194560">
                  <a:moveTo>
                    <a:pt x="0" y="0"/>
                  </a:moveTo>
                  <a:lnTo>
                    <a:pt x="17068800" y="0"/>
                  </a:lnTo>
                  <a:lnTo>
                    <a:pt x="170688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550" b="-101550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9525"/>
              <a:ext cx="17068800" cy="22040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9600"/>
                </a:lnSpc>
              </a:pPr>
              <a:r>
                <a:rPr lang="en-US" sz="8000" b="1" i="1">
                  <a:solidFill>
                    <a:srgbClr val="E8952F"/>
                  </a:solidFill>
                  <a:latin typeface="Georgia Bold Italics"/>
                  <a:ea typeface="Georgia Bold Italics"/>
                  <a:cs typeface="Georgia Bold Italics"/>
                  <a:sym typeface="Georgia Bold Italics"/>
                </a:rPr>
                <a:t>LET’S THINK!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3151691" y="2011680"/>
            <a:ext cx="10972800" cy="2194560"/>
            <a:chOff x="0" y="0"/>
            <a:chExt cx="14630400" cy="292608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4630400" cy="2926080"/>
            </a:xfrm>
            <a:custGeom>
              <a:avLst/>
              <a:gdLst/>
              <a:ahLst/>
              <a:cxnLst/>
              <a:rect l="l" t="t" r="r" b="b"/>
              <a:pathLst>
                <a:path w="14630400" h="2926080">
                  <a:moveTo>
                    <a:pt x="0" y="0"/>
                  </a:moveTo>
                  <a:lnTo>
                    <a:pt x="14630400" y="0"/>
                  </a:lnTo>
                  <a:lnTo>
                    <a:pt x="1463040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7425" b="-47425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-9525"/>
              <a:ext cx="14630400" cy="29356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239"/>
                </a:lnSpc>
              </a:pPr>
              <a:r>
                <a:rPr lang="en-US" sz="5199" b="1" i="1">
                  <a:solidFill>
                    <a:srgbClr val="1E2761"/>
                  </a:solidFill>
                  <a:latin typeface="Georgia Bold Italics"/>
                  <a:ea typeface="Georgia Bold Italics"/>
                  <a:cs typeface="Georgia Bold Italics"/>
                  <a:sym typeface="Georgia Bold Italics"/>
                </a:rPr>
                <a:t>Can Computers Understand Us?</a:t>
              </a:r>
            </a:p>
          </p:txBody>
        </p:sp>
      </p:grpSp>
      <p:sp>
        <p:nvSpPr>
          <p:cNvPr id="16" name="Freeform 16"/>
          <p:cNvSpPr/>
          <p:nvPr/>
        </p:nvSpPr>
        <p:spPr>
          <a:xfrm>
            <a:off x="7809505" y="8806453"/>
            <a:ext cx="2668991" cy="582023"/>
          </a:xfrm>
          <a:custGeom>
            <a:avLst/>
            <a:gdLst/>
            <a:ahLst/>
            <a:cxnLst/>
            <a:rect l="l" t="t" r="r" b="b"/>
            <a:pathLst>
              <a:path w="2668991" h="582023">
                <a:moveTo>
                  <a:pt x="0" y="0"/>
                </a:moveTo>
                <a:lnTo>
                  <a:pt x="2668990" y="0"/>
                </a:lnTo>
                <a:lnTo>
                  <a:pt x="2668990" y="582023"/>
                </a:lnTo>
                <a:lnTo>
                  <a:pt x="0" y="5820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-58842" y="5979501"/>
            <a:ext cx="3080957" cy="4114800"/>
          </a:xfrm>
          <a:custGeom>
            <a:avLst/>
            <a:gdLst/>
            <a:ahLst/>
            <a:cxnLst/>
            <a:rect l="l" t="t" r="r" b="b"/>
            <a:pathLst>
              <a:path w="3080957" h="4114800">
                <a:moveTo>
                  <a:pt x="0" y="0"/>
                </a:moveTo>
                <a:lnTo>
                  <a:pt x="3080957" y="0"/>
                </a:lnTo>
                <a:lnTo>
                  <a:pt x="30809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3408742" y="5303226"/>
            <a:ext cx="11186455" cy="1343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80"/>
              </a:lnSpc>
              <a:spcBef>
                <a:spcPct val="0"/>
              </a:spcBef>
            </a:pPr>
            <a:r>
              <a:rPr lang="en-US" sz="4400" b="1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Can </a:t>
            </a:r>
            <a:r>
              <a:rPr lang="en-US" sz="4400" b="1">
                <a:solidFill>
                  <a:srgbClr val="F1840D"/>
                </a:solidFill>
                <a:latin typeface="Georgia Bold"/>
                <a:ea typeface="Georgia Bold"/>
                <a:cs typeface="Georgia Bold"/>
                <a:sym typeface="Georgia Bold"/>
              </a:rPr>
              <a:t>computers understand</a:t>
            </a:r>
            <a:r>
              <a:rPr lang="en-US" sz="4400" b="1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 human languages like Arabic or English?</a:t>
            </a:r>
          </a:p>
        </p:txBody>
      </p:sp>
    </p:spTree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4731633" y="-4023091"/>
            <a:ext cx="7315200" cy="7315200"/>
            <a:chOff x="0" y="0"/>
            <a:chExt cx="9753600" cy="97536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753600" cy="9753600"/>
            </a:xfrm>
            <a:custGeom>
              <a:avLst/>
              <a:gdLst/>
              <a:ahLst/>
              <a:cxnLst/>
              <a:rect l="l" t="t" r="r" b="b"/>
              <a:pathLst>
                <a:path w="9753600" h="9753600">
                  <a:moveTo>
                    <a:pt x="0" y="4876800"/>
                  </a:moveTo>
                  <a:cubicBezTo>
                    <a:pt x="0" y="2183384"/>
                    <a:pt x="2183384" y="0"/>
                    <a:pt x="4876800" y="0"/>
                  </a:cubicBezTo>
                  <a:cubicBezTo>
                    <a:pt x="7570216" y="0"/>
                    <a:pt x="9753600" y="2183384"/>
                    <a:pt x="9753600" y="4876800"/>
                  </a:cubicBezTo>
                  <a:cubicBezTo>
                    <a:pt x="9753600" y="7570216"/>
                    <a:pt x="7570216" y="9753600"/>
                    <a:pt x="4876800" y="9753600"/>
                  </a:cubicBezTo>
                  <a:cubicBezTo>
                    <a:pt x="2183384" y="9753600"/>
                    <a:pt x="0" y="7570216"/>
                    <a:pt x="0" y="4876800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5087600" y="-3383280"/>
            <a:ext cx="6400800" cy="6400800"/>
            <a:chOff x="0" y="0"/>
            <a:chExt cx="8534400" cy="85344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534400" cy="8534400"/>
            </a:xfrm>
            <a:custGeom>
              <a:avLst/>
              <a:gdLst/>
              <a:ahLst/>
              <a:cxnLst/>
              <a:rect l="l" t="t" r="r" b="b"/>
              <a:pathLst>
                <a:path w="8534400" h="8534400">
                  <a:moveTo>
                    <a:pt x="0" y="4267200"/>
                  </a:moveTo>
                  <a:cubicBezTo>
                    <a:pt x="0" y="1910461"/>
                    <a:pt x="1910461" y="0"/>
                    <a:pt x="4267200" y="0"/>
                  </a:cubicBezTo>
                  <a:cubicBezTo>
                    <a:pt x="6623939" y="0"/>
                    <a:pt x="8534400" y="1910461"/>
                    <a:pt x="8534400" y="4267200"/>
                  </a:cubicBezTo>
                  <a:cubicBezTo>
                    <a:pt x="8534400" y="6623939"/>
                    <a:pt x="6623939" y="8534400"/>
                    <a:pt x="4267200" y="8534400"/>
                  </a:cubicBezTo>
                  <a:cubicBezTo>
                    <a:pt x="1910461" y="8534400"/>
                    <a:pt x="0" y="6623939"/>
                    <a:pt x="0" y="4267200"/>
                  </a:cubicBezTo>
                  <a:close/>
                </a:path>
              </a:pathLst>
            </a:custGeom>
            <a:solidFill>
              <a:srgbClr val="E8952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-3125195" y="8126805"/>
            <a:ext cx="5486400" cy="5486400"/>
            <a:chOff x="0" y="0"/>
            <a:chExt cx="7315200" cy="7315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315200" cy="7315200"/>
            </a:xfrm>
            <a:custGeom>
              <a:avLst/>
              <a:gdLst/>
              <a:ahLst/>
              <a:cxnLst/>
              <a:rect l="l" t="t" r="r" b="b"/>
              <a:pathLst>
                <a:path w="7315200" h="7315200">
                  <a:moveTo>
                    <a:pt x="0" y="3657600"/>
                  </a:moveTo>
                  <a:cubicBezTo>
                    <a:pt x="0" y="1637538"/>
                    <a:pt x="1637538" y="0"/>
                    <a:pt x="3657600" y="0"/>
                  </a:cubicBezTo>
                  <a:cubicBezTo>
                    <a:pt x="5677662" y="0"/>
                    <a:pt x="7315200" y="1637538"/>
                    <a:pt x="7315200" y="3657600"/>
                  </a:cubicBezTo>
                  <a:cubicBezTo>
                    <a:pt x="7315200" y="5677662"/>
                    <a:pt x="5677662" y="7315200"/>
                    <a:pt x="3657600" y="7315200"/>
                  </a:cubicBezTo>
                  <a:cubicBezTo>
                    <a:pt x="1637538" y="7315200"/>
                    <a:pt x="0" y="5677662"/>
                    <a:pt x="0" y="3657600"/>
                  </a:cubicBezTo>
                  <a:close/>
                </a:path>
              </a:pathLst>
            </a:custGeom>
            <a:solidFill>
              <a:srgbClr val="E8952F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5929506" y="7086600"/>
            <a:ext cx="6400800" cy="6400800"/>
            <a:chOff x="0" y="0"/>
            <a:chExt cx="8534400" cy="85344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534400" cy="8534400"/>
            </a:xfrm>
            <a:custGeom>
              <a:avLst/>
              <a:gdLst/>
              <a:ahLst/>
              <a:cxnLst/>
              <a:rect l="l" t="t" r="r" b="b"/>
              <a:pathLst>
                <a:path w="8534400" h="8534400">
                  <a:moveTo>
                    <a:pt x="0" y="4267200"/>
                  </a:moveTo>
                  <a:cubicBezTo>
                    <a:pt x="0" y="1910461"/>
                    <a:pt x="1910461" y="0"/>
                    <a:pt x="4267200" y="0"/>
                  </a:cubicBezTo>
                  <a:cubicBezTo>
                    <a:pt x="6623939" y="0"/>
                    <a:pt x="8534400" y="1910461"/>
                    <a:pt x="8534400" y="4267200"/>
                  </a:cubicBezTo>
                  <a:cubicBezTo>
                    <a:pt x="8534400" y="6623939"/>
                    <a:pt x="6623939" y="8534400"/>
                    <a:pt x="4267200" y="8534400"/>
                  </a:cubicBezTo>
                  <a:cubicBezTo>
                    <a:pt x="1910461" y="8534400"/>
                    <a:pt x="0" y="6623939"/>
                    <a:pt x="0" y="4267200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2583567" y="3204152"/>
            <a:ext cx="13062683" cy="2588716"/>
            <a:chOff x="0" y="0"/>
            <a:chExt cx="17416911" cy="345162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7416911" cy="3451621"/>
            </a:xfrm>
            <a:custGeom>
              <a:avLst/>
              <a:gdLst/>
              <a:ahLst/>
              <a:cxnLst/>
              <a:rect l="l" t="t" r="r" b="b"/>
              <a:pathLst>
                <a:path w="17416911" h="3451621">
                  <a:moveTo>
                    <a:pt x="0" y="0"/>
                  </a:moveTo>
                  <a:lnTo>
                    <a:pt x="17416911" y="0"/>
                  </a:lnTo>
                  <a:lnTo>
                    <a:pt x="17416911" y="3451621"/>
                  </a:lnTo>
                  <a:lnTo>
                    <a:pt x="0" y="345162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0204" r="15998" b="-24978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9525"/>
              <a:ext cx="17416911" cy="346114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239"/>
                </a:lnSpc>
              </a:pPr>
              <a:r>
                <a:rPr lang="en-US" sz="5199" b="1" i="1">
                  <a:solidFill>
                    <a:srgbClr val="1E2761"/>
                  </a:solidFill>
                  <a:latin typeface="Georgia Bold Italics"/>
                  <a:ea typeface="Georgia Bold Italics"/>
                  <a:cs typeface="Georgia Bold Italics"/>
                  <a:sym typeface="Georgia Bold Italics"/>
                </a:rPr>
                <a:t>The answer is </a:t>
              </a:r>
              <a:r>
                <a:rPr lang="en-US" sz="5199" b="1" i="1">
                  <a:solidFill>
                    <a:srgbClr val="F1840D"/>
                  </a:solidFill>
                  <a:latin typeface="Georgia Bold Italics"/>
                  <a:ea typeface="Georgia Bold Italics"/>
                  <a:cs typeface="Georgia Bold Italics"/>
                  <a:sym typeface="Georgia Bold Italics"/>
                </a:rPr>
                <a:t>NO</a:t>
              </a:r>
              <a:r>
                <a:rPr lang="en-US" sz="5199" b="1" i="1">
                  <a:solidFill>
                    <a:srgbClr val="1E2761"/>
                  </a:solidFill>
                  <a:latin typeface="Georgia Bold Italics"/>
                  <a:ea typeface="Georgia Bold Italics"/>
                  <a:cs typeface="Georgia Bold Italics"/>
                  <a:sym typeface="Georgia Bold Italics"/>
                </a:rPr>
                <a:t>!</a:t>
              </a:r>
            </a:p>
            <a:p>
              <a:pPr algn="ctr">
                <a:lnSpc>
                  <a:spcPts val="6239"/>
                </a:lnSpc>
              </a:pPr>
              <a:r>
                <a:rPr lang="en-US" sz="5199" b="1" i="1">
                  <a:solidFill>
                    <a:srgbClr val="1E2761"/>
                  </a:solidFill>
                  <a:latin typeface="Georgia Bold Italics"/>
                  <a:ea typeface="Georgia Bold Italics"/>
                  <a:cs typeface="Georgia Bold Italics"/>
                  <a:sym typeface="Georgia Bold Italics"/>
                </a:rPr>
                <a:t> Computers have their own languages called </a:t>
              </a:r>
              <a:r>
                <a:rPr lang="en-US" sz="5199" b="1" i="1">
                  <a:solidFill>
                    <a:srgbClr val="F1840D"/>
                  </a:solidFill>
                  <a:latin typeface="Georgia Bold Italics"/>
                  <a:ea typeface="Georgia Bold Italics"/>
                  <a:cs typeface="Georgia Bold Italics"/>
                  <a:sym typeface="Georgia Bold Italics"/>
                </a:rPr>
                <a:t>Programming Languages</a:t>
              </a:r>
              <a:r>
                <a:rPr lang="en-US" sz="5199" b="1" i="1">
                  <a:solidFill>
                    <a:srgbClr val="1E2761"/>
                  </a:solidFill>
                  <a:latin typeface="Georgia Bold Italics"/>
                  <a:ea typeface="Georgia Bold Italics"/>
                  <a:cs typeface="Georgia Bold Italics"/>
                  <a:sym typeface="Georgia Bold Italics"/>
                </a:rPr>
                <a:t>. </a:t>
              </a:r>
            </a:p>
          </p:txBody>
        </p:sp>
      </p:grpSp>
      <p:sp>
        <p:nvSpPr>
          <p:cNvPr id="13" name="Freeform 13"/>
          <p:cNvSpPr/>
          <p:nvPr/>
        </p:nvSpPr>
        <p:spPr>
          <a:xfrm>
            <a:off x="7809505" y="8806453"/>
            <a:ext cx="2668991" cy="582023"/>
          </a:xfrm>
          <a:custGeom>
            <a:avLst/>
            <a:gdLst/>
            <a:ahLst/>
            <a:cxnLst/>
            <a:rect l="l" t="t" r="r" b="b"/>
            <a:pathLst>
              <a:path w="2668991" h="582023">
                <a:moveTo>
                  <a:pt x="0" y="0"/>
                </a:moveTo>
                <a:lnTo>
                  <a:pt x="2668990" y="0"/>
                </a:lnTo>
                <a:lnTo>
                  <a:pt x="2668990" y="582023"/>
                </a:lnTo>
                <a:lnTo>
                  <a:pt x="0" y="5820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-58842" y="5979501"/>
            <a:ext cx="3080957" cy="4114800"/>
          </a:xfrm>
          <a:custGeom>
            <a:avLst/>
            <a:gdLst/>
            <a:ahLst/>
            <a:cxnLst/>
            <a:rect l="l" t="t" r="r" b="b"/>
            <a:pathLst>
              <a:path w="3080957" h="4114800">
                <a:moveTo>
                  <a:pt x="0" y="0"/>
                </a:moveTo>
                <a:lnTo>
                  <a:pt x="3080957" y="0"/>
                </a:lnTo>
                <a:lnTo>
                  <a:pt x="30809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2583567" y="244443"/>
            <a:ext cx="1985754" cy="2769210"/>
          </a:xfrm>
          <a:custGeom>
            <a:avLst/>
            <a:gdLst/>
            <a:ahLst/>
            <a:cxnLst/>
            <a:rect l="l" t="t" r="r" b="b"/>
            <a:pathLst>
              <a:path w="1985754" h="2769210">
                <a:moveTo>
                  <a:pt x="0" y="0"/>
                </a:moveTo>
                <a:lnTo>
                  <a:pt x="1985754" y="0"/>
                </a:lnTo>
                <a:lnTo>
                  <a:pt x="1985754" y="2769209"/>
                </a:lnTo>
                <a:lnTo>
                  <a:pt x="0" y="276920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3022115" y="7067550"/>
            <a:ext cx="12264686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We need to learn these languages  to talk to computers!</a:t>
            </a:r>
          </a:p>
        </p:txBody>
      </p:sp>
    </p:spTree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4651816" y="-4731633"/>
            <a:ext cx="7315200" cy="7315200"/>
            <a:chOff x="0" y="0"/>
            <a:chExt cx="9753600" cy="97536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753600" cy="9753600"/>
            </a:xfrm>
            <a:custGeom>
              <a:avLst/>
              <a:gdLst/>
              <a:ahLst/>
              <a:cxnLst/>
              <a:rect l="l" t="t" r="r" b="b"/>
              <a:pathLst>
                <a:path w="9753600" h="9753600">
                  <a:moveTo>
                    <a:pt x="0" y="4876800"/>
                  </a:moveTo>
                  <a:cubicBezTo>
                    <a:pt x="0" y="2183384"/>
                    <a:pt x="2183384" y="0"/>
                    <a:pt x="4876800" y="0"/>
                  </a:cubicBezTo>
                  <a:cubicBezTo>
                    <a:pt x="7570216" y="0"/>
                    <a:pt x="9753600" y="2183384"/>
                    <a:pt x="9753600" y="4876800"/>
                  </a:cubicBezTo>
                  <a:cubicBezTo>
                    <a:pt x="9753600" y="7570216"/>
                    <a:pt x="7570216" y="9753600"/>
                    <a:pt x="4876800" y="9753600"/>
                  </a:cubicBezTo>
                  <a:cubicBezTo>
                    <a:pt x="2183384" y="9753600"/>
                    <a:pt x="0" y="7570216"/>
                    <a:pt x="0" y="4876800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5784596" y="-3656256"/>
            <a:ext cx="6400800" cy="6400800"/>
            <a:chOff x="0" y="0"/>
            <a:chExt cx="8534400" cy="85344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534400" cy="8534400"/>
            </a:xfrm>
            <a:custGeom>
              <a:avLst/>
              <a:gdLst/>
              <a:ahLst/>
              <a:cxnLst/>
              <a:rect l="l" t="t" r="r" b="b"/>
              <a:pathLst>
                <a:path w="8534400" h="8534400">
                  <a:moveTo>
                    <a:pt x="0" y="4267200"/>
                  </a:moveTo>
                  <a:cubicBezTo>
                    <a:pt x="0" y="1910461"/>
                    <a:pt x="1910461" y="0"/>
                    <a:pt x="4267200" y="0"/>
                  </a:cubicBezTo>
                  <a:cubicBezTo>
                    <a:pt x="6623939" y="0"/>
                    <a:pt x="8534400" y="1910461"/>
                    <a:pt x="8534400" y="4267200"/>
                  </a:cubicBezTo>
                  <a:cubicBezTo>
                    <a:pt x="8534400" y="6623939"/>
                    <a:pt x="6623939" y="8534400"/>
                    <a:pt x="4267200" y="8534400"/>
                  </a:cubicBezTo>
                  <a:cubicBezTo>
                    <a:pt x="1910461" y="8534400"/>
                    <a:pt x="0" y="6623939"/>
                    <a:pt x="0" y="4267200"/>
                  </a:cubicBezTo>
                  <a:close/>
                </a:path>
              </a:pathLst>
            </a:custGeom>
            <a:solidFill>
              <a:srgbClr val="E8952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-3330807" y="8248546"/>
            <a:ext cx="5486400" cy="5486400"/>
            <a:chOff x="0" y="0"/>
            <a:chExt cx="7315200" cy="7315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315200" cy="7315200"/>
            </a:xfrm>
            <a:custGeom>
              <a:avLst/>
              <a:gdLst/>
              <a:ahLst/>
              <a:cxnLst/>
              <a:rect l="l" t="t" r="r" b="b"/>
              <a:pathLst>
                <a:path w="7315200" h="7315200">
                  <a:moveTo>
                    <a:pt x="0" y="3657600"/>
                  </a:moveTo>
                  <a:cubicBezTo>
                    <a:pt x="0" y="1637538"/>
                    <a:pt x="1637538" y="0"/>
                    <a:pt x="3657600" y="0"/>
                  </a:cubicBezTo>
                  <a:cubicBezTo>
                    <a:pt x="5677662" y="0"/>
                    <a:pt x="7315200" y="1637538"/>
                    <a:pt x="7315200" y="3657600"/>
                  </a:cubicBezTo>
                  <a:cubicBezTo>
                    <a:pt x="7315200" y="5677662"/>
                    <a:pt x="5677662" y="7315200"/>
                    <a:pt x="3657600" y="7315200"/>
                  </a:cubicBezTo>
                  <a:cubicBezTo>
                    <a:pt x="1637538" y="7315200"/>
                    <a:pt x="0" y="5677662"/>
                    <a:pt x="0" y="3657600"/>
                  </a:cubicBezTo>
                  <a:close/>
                </a:path>
              </a:pathLst>
            </a:custGeom>
            <a:solidFill>
              <a:srgbClr val="E8952F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2379322" y="699265"/>
            <a:ext cx="13973398" cy="2794680"/>
            <a:chOff x="0" y="0"/>
            <a:chExt cx="14630400" cy="292608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630400" cy="2926080"/>
            </a:xfrm>
            <a:custGeom>
              <a:avLst/>
              <a:gdLst/>
              <a:ahLst/>
              <a:cxnLst/>
              <a:rect l="l" t="t" r="r" b="b"/>
              <a:pathLst>
                <a:path w="14630400" h="2926080">
                  <a:moveTo>
                    <a:pt x="0" y="0"/>
                  </a:moveTo>
                  <a:lnTo>
                    <a:pt x="14630400" y="0"/>
                  </a:lnTo>
                  <a:lnTo>
                    <a:pt x="1463040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7425" b="-47425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9525"/>
              <a:ext cx="14630400" cy="29356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959"/>
                </a:lnSpc>
              </a:pPr>
              <a:r>
                <a:rPr lang="en-US" sz="5799" b="1" i="1">
                  <a:solidFill>
                    <a:srgbClr val="1E2761"/>
                  </a:solidFill>
                  <a:latin typeface="Georgia Bold Italics"/>
                  <a:ea typeface="Georgia Bold Italics"/>
                  <a:cs typeface="Georgia Bold Italics"/>
                  <a:sym typeface="Georgia Bold Italics"/>
                </a:rPr>
                <a:t>What is </a:t>
              </a:r>
              <a:r>
                <a:rPr lang="en-US" sz="5799" b="1" i="1">
                  <a:solidFill>
                    <a:srgbClr val="F1840D"/>
                  </a:solidFill>
                  <a:latin typeface="Georgia Bold Italics"/>
                  <a:ea typeface="Georgia Bold Italics"/>
                  <a:cs typeface="Georgia Bold Italics"/>
                  <a:sym typeface="Georgia Bold Italics"/>
                </a:rPr>
                <a:t>Coding </a:t>
              </a:r>
              <a:r>
                <a:rPr lang="en-US" sz="5799" b="1" i="1">
                  <a:solidFill>
                    <a:srgbClr val="1E2761"/>
                  </a:solidFill>
                  <a:latin typeface="Georgia Bold Italics"/>
                  <a:ea typeface="Georgia Bold Italics"/>
                  <a:cs typeface="Georgia Bold Italics"/>
                  <a:sym typeface="Georgia Bold Italics"/>
                </a:rPr>
                <a:t>/ </a:t>
              </a:r>
              <a:r>
                <a:rPr lang="en-US" sz="5799" b="1" i="1">
                  <a:solidFill>
                    <a:srgbClr val="F1840D"/>
                  </a:solidFill>
                  <a:latin typeface="Georgia Bold Italics"/>
                  <a:ea typeface="Georgia Bold Italics"/>
                  <a:cs typeface="Georgia Bold Italics"/>
                  <a:sym typeface="Georgia Bold Italics"/>
                </a:rPr>
                <a:t>Programming</a:t>
              </a:r>
              <a:r>
                <a:rPr lang="en-US" sz="5799" b="1" i="1">
                  <a:solidFill>
                    <a:srgbClr val="1E2761"/>
                  </a:solidFill>
                  <a:latin typeface="Georgia Bold Italics"/>
                  <a:ea typeface="Georgia Bold Italics"/>
                  <a:cs typeface="Georgia Bold Italics"/>
                  <a:sym typeface="Georgia Bold Italics"/>
                </a:rPr>
                <a:t>?</a:t>
              </a:r>
            </a:p>
          </p:txBody>
        </p:sp>
      </p:grpSp>
      <p:sp>
        <p:nvSpPr>
          <p:cNvPr id="11" name="Freeform 11"/>
          <p:cNvSpPr/>
          <p:nvPr/>
        </p:nvSpPr>
        <p:spPr>
          <a:xfrm>
            <a:off x="7809505" y="8806453"/>
            <a:ext cx="2668991" cy="582023"/>
          </a:xfrm>
          <a:custGeom>
            <a:avLst/>
            <a:gdLst/>
            <a:ahLst/>
            <a:cxnLst/>
            <a:rect l="l" t="t" r="r" b="b"/>
            <a:pathLst>
              <a:path w="2668991" h="582023">
                <a:moveTo>
                  <a:pt x="0" y="0"/>
                </a:moveTo>
                <a:lnTo>
                  <a:pt x="2668990" y="0"/>
                </a:lnTo>
                <a:lnTo>
                  <a:pt x="2668990" y="582023"/>
                </a:lnTo>
                <a:lnTo>
                  <a:pt x="0" y="5820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026794" y="4873849"/>
            <a:ext cx="16678454" cy="2543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43"/>
              </a:lnSpc>
              <a:spcBef>
                <a:spcPct val="0"/>
              </a:spcBef>
            </a:pPr>
            <a:r>
              <a:rPr lang="en-US" sz="2869" b="1">
                <a:solidFill>
                  <a:srgbClr val="F1840D"/>
                </a:solidFill>
                <a:latin typeface="Georgia Bold"/>
                <a:ea typeface="Georgia Bold"/>
                <a:cs typeface="Georgia Bold"/>
                <a:sym typeface="Georgia Bold"/>
              </a:rPr>
              <a:t>Coding</a:t>
            </a:r>
            <a:r>
              <a:rPr lang="en-US" sz="2869" b="1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  : is the way we give instructions to computers so they can understand us.</a:t>
            </a:r>
          </a:p>
          <a:p>
            <a:pPr algn="ctr">
              <a:lnSpc>
                <a:spcPts val="2963"/>
              </a:lnSpc>
              <a:spcBef>
                <a:spcPct val="0"/>
              </a:spcBef>
            </a:pPr>
            <a:endParaRPr lang="en-US" sz="2869" b="1">
              <a:solidFill>
                <a:srgbClr val="000000"/>
              </a:solidFill>
              <a:latin typeface="Georgia Bold"/>
              <a:ea typeface="Georgia Bold"/>
              <a:cs typeface="Georgia Bold"/>
              <a:sym typeface="Georgia Bold"/>
            </a:endParaRPr>
          </a:p>
          <a:p>
            <a:pPr algn="ctr">
              <a:lnSpc>
                <a:spcPts val="3443"/>
              </a:lnSpc>
              <a:spcBef>
                <a:spcPct val="0"/>
              </a:spcBef>
            </a:pPr>
            <a:r>
              <a:rPr lang="en-US" sz="2869" b="1">
                <a:solidFill>
                  <a:srgbClr val="F1840D"/>
                </a:solidFill>
                <a:latin typeface="Georgia Bold"/>
                <a:ea typeface="Georgia Bold"/>
                <a:cs typeface="Georgia Bold"/>
                <a:sym typeface="Georgia Bold"/>
              </a:rPr>
              <a:t>Programming  : </a:t>
            </a:r>
            <a:r>
              <a:rPr lang="en-US" sz="2869" b="1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helps us solve problems, finish tasks, and build amazing things!</a:t>
            </a:r>
          </a:p>
          <a:p>
            <a:pPr algn="ctr">
              <a:lnSpc>
                <a:spcPts val="2963"/>
              </a:lnSpc>
              <a:spcBef>
                <a:spcPct val="0"/>
              </a:spcBef>
            </a:pPr>
            <a:endParaRPr lang="en-US" sz="2869" b="1">
              <a:solidFill>
                <a:srgbClr val="000000"/>
              </a:solidFill>
              <a:latin typeface="Georgia Bold"/>
              <a:ea typeface="Georgia Bold"/>
              <a:cs typeface="Georgia Bold"/>
              <a:sym typeface="Georgia Bold"/>
            </a:endParaRPr>
          </a:p>
          <a:p>
            <a:pPr algn="ctr">
              <a:lnSpc>
                <a:spcPts val="3683"/>
              </a:lnSpc>
              <a:spcBef>
                <a:spcPct val="0"/>
              </a:spcBef>
            </a:pPr>
            <a:r>
              <a:rPr lang="en-US" sz="3069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With coding, we can tell the computer exactly what to do - step by step </a:t>
            </a:r>
          </a:p>
          <a:p>
            <a:pPr algn="ctr">
              <a:lnSpc>
                <a:spcPts val="3683"/>
              </a:lnSpc>
              <a:spcBef>
                <a:spcPct val="0"/>
              </a:spcBef>
            </a:pPr>
            <a:r>
              <a:rPr lang="en-US" sz="3069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just like following a recipe!</a:t>
            </a:r>
          </a:p>
        </p:txBody>
      </p:sp>
    </p:spTree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4954824" y="-3200400"/>
            <a:ext cx="6400800" cy="6400800"/>
            <a:chOff x="0" y="0"/>
            <a:chExt cx="8534400" cy="8534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534400" cy="8534400"/>
            </a:xfrm>
            <a:custGeom>
              <a:avLst/>
              <a:gdLst/>
              <a:ahLst/>
              <a:cxnLst/>
              <a:rect l="l" t="t" r="r" b="b"/>
              <a:pathLst>
                <a:path w="8534400" h="8534400">
                  <a:moveTo>
                    <a:pt x="0" y="4267200"/>
                  </a:moveTo>
                  <a:cubicBezTo>
                    <a:pt x="0" y="1910461"/>
                    <a:pt x="1910461" y="0"/>
                    <a:pt x="4267200" y="0"/>
                  </a:cubicBezTo>
                  <a:cubicBezTo>
                    <a:pt x="6623939" y="0"/>
                    <a:pt x="8534400" y="1910461"/>
                    <a:pt x="8534400" y="4267200"/>
                  </a:cubicBezTo>
                  <a:cubicBezTo>
                    <a:pt x="8534400" y="6623939"/>
                    <a:pt x="6623939" y="8534400"/>
                    <a:pt x="4267200" y="8534400"/>
                  </a:cubicBezTo>
                  <a:cubicBezTo>
                    <a:pt x="1910461" y="8534400"/>
                    <a:pt x="0" y="6623939"/>
                    <a:pt x="0" y="4267200"/>
                  </a:cubicBezTo>
                  <a:close/>
                </a:path>
              </a:pathLst>
            </a:custGeom>
            <a:solidFill>
              <a:srgbClr val="E8952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5604864" y="-3331614"/>
            <a:ext cx="6400800" cy="6400800"/>
            <a:chOff x="0" y="0"/>
            <a:chExt cx="8534400" cy="85344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534400" cy="8534400"/>
            </a:xfrm>
            <a:custGeom>
              <a:avLst/>
              <a:gdLst/>
              <a:ahLst/>
              <a:cxnLst/>
              <a:rect l="l" t="t" r="r" b="b"/>
              <a:pathLst>
                <a:path w="8534400" h="8534400">
                  <a:moveTo>
                    <a:pt x="0" y="4267200"/>
                  </a:moveTo>
                  <a:cubicBezTo>
                    <a:pt x="0" y="1910461"/>
                    <a:pt x="1910461" y="0"/>
                    <a:pt x="4267200" y="0"/>
                  </a:cubicBezTo>
                  <a:cubicBezTo>
                    <a:pt x="6623939" y="0"/>
                    <a:pt x="8534400" y="1910461"/>
                    <a:pt x="8534400" y="4267200"/>
                  </a:cubicBezTo>
                  <a:cubicBezTo>
                    <a:pt x="8534400" y="6623939"/>
                    <a:pt x="6623939" y="8534400"/>
                    <a:pt x="4267200" y="8534400"/>
                  </a:cubicBezTo>
                  <a:cubicBezTo>
                    <a:pt x="1910461" y="8534400"/>
                    <a:pt x="0" y="6623939"/>
                    <a:pt x="0" y="4267200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-3473645" y="7086600"/>
            <a:ext cx="6400800" cy="6400800"/>
            <a:chOff x="0" y="0"/>
            <a:chExt cx="8534400" cy="85344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534400" cy="8534400"/>
            </a:xfrm>
            <a:custGeom>
              <a:avLst/>
              <a:gdLst/>
              <a:ahLst/>
              <a:cxnLst/>
              <a:rect l="l" t="t" r="r" b="b"/>
              <a:pathLst>
                <a:path w="8534400" h="8534400">
                  <a:moveTo>
                    <a:pt x="0" y="4267200"/>
                  </a:moveTo>
                  <a:cubicBezTo>
                    <a:pt x="0" y="1910461"/>
                    <a:pt x="1910461" y="0"/>
                    <a:pt x="4267200" y="0"/>
                  </a:cubicBezTo>
                  <a:cubicBezTo>
                    <a:pt x="6623939" y="0"/>
                    <a:pt x="8534400" y="1910461"/>
                    <a:pt x="8534400" y="4267200"/>
                  </a:cubicBezTo>
                  <a:cubicBezTo>
                    <a:pt x="8534400" y="6623939"/>
                    <a:pt x="6623939" y="8534400"/>
                    <a:pt x="4267200" y="8534400"/>
                  </a:cubicBezTo>
                  <a:cubicBezTo>
                    <a:pt x="1910461" y="8534400"/>
                    <a:pt x="0" y="6623939"/>
                    <a:pt x="0" y="4267200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2287621" y="1028700"/>
            <a:ext cx="12801600" cy="2721967"/>
            <a:chOff x="0" y="0"/>
            <a:chExt cx="17068800" cy="362929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7068800" cy="3629290"/>
            </a:xfrm>
            <a:custGeom>
              <a:avLst/>
              <a:gdLst/>
              <a:ahLst/>
              <a:cxnLst/>
              <a:rect l="l" t="t" r="r" b="b"/>
              <a:pathLst>
                <a:path w="17068800" h="3629290">
                  <a:moveTo>
                    <a:pt x="0" y="0"/>
                  </a:moveTo>
                  <a:lnTo>
                    <a:pt x="17068800" y="0"/>
                  </a:lnTo>
                  <a:lnTo>
                    <a:pt x="17068800" y="3629290"/>
                  </a:lnTo>
                  <a:lnTo>
                    <a:pt x="0" y="362929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1405" b="-21873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9525"/>
              <a:ext cx="17068800" cy="36388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9600"/>
                </a:lnSpc>
              </a:pPr>
              <a:r>
                <a:rPr lang="en-US" sz="8000" b="1" i="1">
                  <a:solidFill>
                    <a:srgbClr val="1E2761"/>
                  </a:solidFill>
                  <a:latin typeface="Georgia Bold Italics"/>
                  <a:ea typeface="Georgia Bold Italics"/>
                  <a:cs typeface="Georgia Bold Italics"/>
                  <a:sym typeface="Georgia Bold Italics"/>
                </a:rPr>
                <a:t>What is your favorite </a:t>
              </a:r>
              <a:r>
                <a:rPr lang="en-US" sz="8000" b="1" i="1">
                  <a:solidFill>
                    <a:srgbClr val="F1840D"/>
                  </a:solidFill>
                  <a:latin typeface="Georgia Bold Italics"/>
                  <a:ea typeface="Georgia Bold Italics"/>
                  <a:cs typeface="Georgia Bold Italics"/>
                  <a:sym typeface="Georgia Bold Italics"/>
                </a:rPr>
                <a:t>game</a:t>
              </a:r>
              <a:r>
                <a:rPr lang="en-US" sz="8000" b="1" i="1">
                  <a:solidFill>
                    <a:srgbClr val="1E2761"/>
                  </a:solidFill>
                  <a:latin typeface="Georgia Bold Italics"/>
                  <a:ea typeface="Georgia Bold Italics"/>
                  <a:cs typeface="Georgia Bold Italics"/>
                  <a:sym typeface="Georgia Bold Italics"/>
                </a:rPr>
                <a:t>?</a:t>
              </a:r>
            </a:p>
          </p:txBody>
        </p:sp>
      </p:grpSp>
      <p:sp>
        <p:nvSpPr>
          <p:cNvPr id="11" name="Freeform 11"/>
          <p:cNvSpPr/>
          <p:nvPr/>
        </p:nvSpPr>
        <p:spPr>
          <a:xfrm>
            <a:off x="7930216" y="8967289"/>
            <a:ext cx="2668991" cy="582023"/>
          </a:xfrm>
          <a:custGeom>
            <a:avLst/>
            <a:gdLst/>
            <a:ahLst/>
            <a:cxnLst/>
            <a:rect l="l" t="t" r="r" b="b"/>
            <a:pathLst>
              <a:path w="2668991" h="582023">
                <a:moveTo>
                  <a:pt x="0" y="0"/>
                </a:moveTo>
                <a:lnTo>
                  <a:pt x="2668991" y="0"/>
                </a:lnTo>
                <a:lnTo>
                  <a:pt x="2668991" y="582022"/>
                </a:lnTo>
                <a:lnTo>
                  <a:pt x="0" y="5820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2355614" y="3325267"/>
            <a:ext cx="4402097" cy="6224044"/>
          </a:xfrm>
          <a:custGeom>
            <a:avLst/>
            <a:gdLst/>
            <a:ahLst/>
            <a:cxnLst/>
            <a:rect l="l" t="t" r="r" b="b"/>
            <a:pathLst>
              <a:path w="4402097" h="6224044">
                <a:moveTo>
                  <a:pt x="0" y="0"/>
                </a:moveTo>
                <a:lnTo>
                  <a:pt x="4402097" y="0"/>
                </a:lnTo>
                <a:lnTo>
                  <a:pt x="4402097" y="6224044"/>
                </a:lnTo>
                <a:lnTo>
                  <a:pt x="0" y="622404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789436" y="6075339"/>
            <a:ext cx="11018345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59"/>
              </a:lnSpc>
              <a:spcBef>
                <a:spcPct val="0"/>
              </a:spcBef>
            </a:pPr>
            <a:r>
              <a:rPr lang="en-US" sz="48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Think about how it was made !</a:t>
            </a:r>
          </a:p>
        </p:txBody>
      </p:sp>
    </p:spTree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996160" y="-2743200"/>
            <a:ext cx="6400800" cy="6400800"/>
            <a:chOff x="0" y="0"/>
            <a:chExt cx="8534400" cy="8534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534400" cy="8534400"/>
            </a:xfrm>
            <a:custGeom>
              <a:avLst/>
              <a:gdLst/>
              <a:ahLst/>
              <a:cxnLst/>
              <a:rect l="l" t="t" r="r" b="b"/>
              <a:pathLst>
                <a:path w="8534400" h="8534400">
                  <a:moveTo>
                    <a:pt x="0" y="4267200"/>
                  </a:moveTo>
                  <a:cubicBezTo>
                    <a:pt x="0" y="1910461"/>
                    <a:pt x="1910461" y="0"/>
                    <a:pt x="4267200" y="0"/>
                  </a:cubicBezTo>
                  <a:cubicBezTo>
                    <a:pt x="6623939" y="0"/>
                    <a:pt x="8534400" y="1910461"/>
                    <a:pt x="8534400" y="4267200"/>
                  </a:cubicBezTo>
                  <a:cubicBezTo>
                    <a:pt x="8534400" y="6623939"/>
                    <a:pt x="6623939" y="8534400"/>
                    <a:pt x="4267200" y="8534400"/>
                  </a:cubicBezTo>
                  <a:cubicBezTo>
                    <a:pt x="1910461" y="8534400"/>
                    <a:pt x="0" y="6623939"/>
                    <a:pt x="0" y="4267200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-3899737" y="7423704"/>
            <a:ext cx="6400800" cy="6400800"/>
            <a:chOff x="0" y="0"/>
            <a:chExt cx="8534400" cy="85344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534400" cy="8534400"/>
            </a:xfrm>
            <a:custGeom>
              <a:avLst/>
              <a:gdLst/>
              <a:ahLst/>
              <a:cxnLst/>
              <a:rect l="l" t="t" r="r" b="b"/>
              <a:pathLst>
                <a:path w="8534400" h="8534400">
                  <a:moveTo>
                    <a:pt x="0" y="4267200"/>
                  </a:moveTo>
                  <a:cubicBezTo>
                    <a:pt x="0" y="1910461"/>
                    <a:pt x="1910461" y="0"/>
                    <a:pt x="4267200" y="0"/>
                  </a:cubicBezTo>
                  <a:cubicBezTo>
                    <a:pt x="6623939" y="0"/>
                    <a:pt x="8534400" y="1910461"/>
                    <a:pt x="8534400" y="4267200"/>
                  </a:cubicBezTo>
                  <a:cubicBezTo>
                    <a:pt x="8534400" y="6623939"/>
                    <a:pt x="6623939" y="8534400"/>
                    <a:pt x="4267200" y="8534400"/>
                  </a:cubicBezTo>
                  <a:cubicBezTo>
                    <a:pt x="1910461" y="8534400"/>
                    <a:pt x="0" y="6623939"/>
                    <a:pt x="0" y="4267200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7809505" y="8806453"/>
            <a:ext cx="2668991" cy="582023"/>
          </a:xfrm>
          <a:custGeom>
            <a:avLst/>
            <a:gdLst/>
            <a:ahLst/>
            <a:cxnLst/>
            <a:rect l="l" t="t" r="r" b="b"/>
            <a:pathLst>
              <a:path w="2668991" h="582023">
                <a:moveTo>
                  <a:pt x="0" y="0"/>
                </a:moveTo>
                <a:lnTo>
                  <a:pt x="2668990" y="0"/>
                </a:lnTo>
                <a:lnTo>
                  <a:pt x="2668990" y="582023"/>
                </a:lnTo>
                <a:lnTo>
                  <a:pt x="0" y="5820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10229885">
            <a:off x="-2520080" y="-1584255"/>
            <a:ext cx="10069235" cy="3991079"/>
          </a:xfrm>
          <a:custGeom>
            <a:avLst/>
            <a:gdLst/>
            <a:ahLst/>
            <a:cxnLst/>
            <a:rect l="l" t="t" r="r" b="b"/>
            <a:pathLst>
              <a:path w="10069235" h="3991079">
                <a:moveTo>
                  <a:pt x="0" y="0"/>
                </a:moveTo>
                <a:lnTo>
                  <a:pt x="10069235" y="0"/>
                </a:lnTo>
                <a:lnTo>
                  <a:pt x="10069235" y="3991078"/>
                </a:lnTo>
                <a:lnTo>
                  <a:pt x="0" y="39910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>
            <a:off x="6873330" y="5838502"/>
            <a:ext cx="4115248" cy="2153646"/>
          </a:xfrm>
          <a:custGeom>
            <a:avLst/>
            <a:gdLst/>
            <a:ahLst/>
            <a:cxnLst/>
            <a:rect l="l" t="t" r="r" b="b"/>
            <a:pathLst>
              <a:path w="4115248" h="2153646">
                <a:moveTo>
                  <a:pt x="0" y="0"/>
                </a:moveTo>
                <a:lnTo>
                  <a:pt x="4115248" y="0"/>
                </a:lnTo>
                <a:lnTo>
                  <a:pt x="4115248" y="2153646"/>
                </a:lnTo>
                <a:lnTo>
                  <a:pt x="0" y="21536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364062" y="2253069"/>
            <a:ext cx="13133783" cy="3295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40"/>
              </a:lnSpc>
              <a:spcBef>
                <a:spcPct val="0"/>
              </a:spcBef>
            </a:pPr>
            <a:r>
              <a:rPr lang="en-US" sz="7200" b="1" i="1">
                <a:solidFill>
                  <a:srgbClr val="000000"/>
                </a:solidFill>
                <a:latin typeface="Georgia Bold Italics"/>
                <a:ea typeface="Georgia Bold Italics"/>
                <a:cs typeface="Georgia Bold Italics"/>
                <a:sym typeface="Georgia Bold Italics"/>
              </a:rPr>
              <a:t> we need to learn about</a:t>
            </a:r>
          </a:p>
          <a:p>
            <a:pPr algn="ctr">
              <a:lnSpc>
                <a:spcPts val="8640"/>
              </a:lnSpc>
              <a:spcBef>
                <a:spcPct val="0"/>
              </a:spcBef>
            </a:pPr>
            <a:r>
              <a:rPr lang="en-US" sz="7200" b="1" i="1">
                <a:solidFill>
                  <a:srgbClr val="000000"/>
                </a:solidFill>
                <a:latin typeface="Georgia Bold Italics"/>
                <a:ea typeface="Georgia Bold Italics"/>
                <a:cs typeface="Georgia Bold Italics"/>
                <a:sym typeface="Georgia Bold Italics"/>
              </a:rPr>
              <a:t> </a:t>
            </a:r>
          </a:p>
          <a:p>
            <a:pPr algn="ctr">
              <a:lnSpc>
                <a:spcPts val="8640"/>
              </a:lnSpc>
              <a:spcBef>
                <a:spcPct val="0"/>
              </a:spcBef>
            </a:pPr>
            <a:r>
              <a:rPr lang="en-US" sz="7200" b="1" i="1">
                <a:solidFill>
                  <a:srgbClr val="F1840D"/>
                </a:solidFill>
                <a:latin typeface="Georgia Bold Italics"/>
                <a:ea typeface="Georgia Bold Italics"/>
                <a:cs typeface="Georgia Bold Italics"/>
                <a:sym typeface="Georgia Bold Italics"/>
              </a:rPr>
              <a:t>PictoBlox</a:t>
            </a:r>
          </a:p>
        </p:txBody>
      </p:sp>
    </p:spTree>
  </p:cSld>
  <p:clrMapOvr>
    <a:masterClrMapping/>
  </p:clrMapOvr>
  <p:transition spd="slow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59158">
            <a:off x="11098766" y="8069525"/>
            <a:ext cx="10069235" cy="3991079"/>
          </a:xfrm>
          <a:custGeom>
            <a:avLst/>
            <a:gdLst/>
            <a:ahLst/>
            <a:cxnLst/>
            <a:rect l="l" t="t" r="r" b="b"/>
            <a:pathLst>
              <a:path w="10069235" h="3991079">
                <a:moveTo>
                  <a:pt x="0" y="0"/>
                </a:moveTo>
                <a:lnTo>
                  <a:pt x="10069235" y="0"/>
                </a:lnTo>
                <a:lnTo>
                  <a:pt x="10069235" y="3991078"/>
                </a:lnTo>
                <a:lnTo>
                  <a:pt x="0" y="399107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 rot="-10800000">
            <a:off x="-2561716" y="-1436267"/>
            <a:ext cx="10069235" cy="3991079"/>
          </a:xfrm>
          <a:custGeom>
            <a:avLst/>
            <a:gdLst/>
            <a:ahLst/>
            <a:cxnLst/>
            <a:rect l="l" t="t" r="r" b="b"/>
            <a:pathLst>
              <a:path w="10069235" h="3991079">
                <a:moveTo>
                  <a:pt x="0" y="0"/>
                </a:moveTo>
                <a:lnTo>
                  <a:pt x="10069235" y="0"/>
                </a:lnTo>
                <a:lnTo>
                  <a:pt x="10069235" y="3991079"/>
                </a:lnTo>
                <a:lnTo>
                  <a:pt x="0" y="39910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 rot="-9510739">
            <a:off x="14283245" y="-2865453"/>
            <a:ext cx="6015263" cy="5730905"/>
          </a:xfrm>
          <a:custGeom>
            <a:avLst/>
            <a:gdLst/>
            <a:ahLst/>
            <a:cxnLst/>
            <a:rect l="l" t="t" r="r" b="b"/>
            <a:pathLst>
              <a:path w="6015263" h="5730905">
                <a:moveTo>
                  <a:pt x="0" y="0"/>
                </a:moveTo>
                <a:lnTo>
                  <a:pt x="6015264" y="0"/>
                </a:lnTo>
                <a:lnTo>
                  <a:pt x="6015264" y="5730906"/>
                </a:lnTo>
                <a:lnTo>
                  <a:pt x="0" y="573090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 rot="7043133">
            <a:off x="-3007632" y="7393599"/>
            <a:ext cx="6015263" cy="5730905"/>
          </a:xfrm>
          <a:custGeom>
            <a:avLst/>
            <a:gdLst/>
            <a:ahLst/>
            <a:cxnLst/>
            <a:rect l="l" t="t" r="r" b="b"/>
            <a:pathLst>
              <a:path w="6015263" h="5730905">
                <a:moveTo>
                  <a:pt x="0" y="0"/>
                </a:moveTo>
                <a:lnTo>
                  <a:pt x="6015264" y="0"/>
                </a:lnTo>
                <a:lnTo>
                  <a:pt x="6015264" y="5730905"/>
                </a:lnTo>
                <a:lnTo>
                  <a:pt x="0" y="573090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Freeform 6"/>
          <p:cNvSpPr/>
          <p:nvPr/>
        </p:nvSpPr>
        <p:spPr>
          <a:xfrm>
            <a:off x="8322904" y="268261"/>
            <a:ext cx="2668991" cy="582023"/>
          </a:xfrm>
          <a:custGeom>
            <a:avLst/>
            <a:gdLst/>
            <a:ahLst/>
            <a:cxnLst/>
            <a:rect l="l" t="t" r="r" b="b"/>
            <a:pathLst>
              <a:path w="2668991" h="582023">
                <a:moveTo>
                  <a:pt x="0" y="0"/>
                </a:moveTo>
                <a:lnTo>
                  <a:pt x="2668990" y="0"/>
                </a:lnTo>
                <a:lnTo>
                  <a:pt x="2668990" y="582023"/>
                </a:lnTo>
                <a:lnTo>
                  <a:pt x="0" y="58202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-392799" y="-220945"/>
            <a:ext cx="4919621" cy="1408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31"/>
              </a:lnSpc>
            </a:pPr>
            <a:r>
              <a:rPr lang="en-US" sz="8165" b="1" i="1" spc="81">
                <a:solidFill>
                  <a:srgbClr val="F1840D"/>
                </a:solidFill>
                <a:latin typeface="Lora Bold Italics"/>
                <a:ea typeface="Lora Bold Italics"/>
                <a:cs typeface="Lora Bold Italics"/>
                <a:sym typeface="Lora Bold Italics"/>
              </a:rPr>
              <a:t>Stage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2067011" y="1788369"/>
            <a:ext cx="12894560" cy="6710261"/>
            <a:chOff x="0" y="0"/>
            <a:chExt cx="14478000" cy="753427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478000" cy="7534275"/>
            </a:xfrm>
            <a:custGeom>
              <a:avLst/>
              <a:gdLst/>
              <a:ahLst/>
              <a:cxnLst/>
              <a:rect l="l" t="t" r="r" b="b"/>
              <a:pathLst>
                <a:path w="14478000" h="7534275">
                  <a:moveTo>
                    <a:pt x="0" y="0"/>
                  </a:moveTo>
                  <a:lnTo>
                    <a:pt x="14478000" y="0"/>
                  </a:lnTo>
                  <a:lnTo>
                    <a:pt x="14478000" y="7534275"/>
                  </a:lnTo>
                  <a:lnTo>
                    <a:pt x="0" y="75342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2033" r="2033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2784715" y="8846529"/>
            <a:ext cx="11567044" cy="823543"/>
            <a:chOff x="0" y="0"/>
            <a:chExt cx="17474392" cy="124413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7474380" cy="1244092"/>
            </a:xfrm>
            <a:custGeom>
              <a:avLst/>
              <a:gdLst/>
              <a:ahLst/>
              <a:cxnLst/>
              <a:rect l="l" t="t" r="r" b="b"/>
              <a:pathLst>
                <a:path w="17474380" h="1244092">
                  <a:moveTo>
                    <a:pt x="0" y="325501"/>
                  </a:moveTo>
                  <a:cubicBezTo>
                    <a:pt x="0" y="145669"/>
                    <a:pt x="125029" y="0"/>
                    <a:pt x="279380" y="0"/>
                  </a:cubicBezTo>
                  <a:lnTo>
                    <a:pt x="17195000" y="0"/>
                  </a:lnTo>
                  <a:cubicBezTo>
                    <a:pt x="17349352" y="0"/>
                    <a:pt x="17474380" y="145669"/>
                    <a:pt x="17474380" y="325501"/>
                  </a:cubicBezTo>
                  <a:lnTo>
                    <a:pt x="17474380" y="918591"/>
                  </a:lnTo>
                  <a:cubicBezTo>
                    <a:pt x="17474380" y="1098423"/>
                    <a:pt x="17349352" y="1244092"/>
                    <a:pt x="17195000" y="1244092"/>
                  </a:cubicBezTo>
                  <a:lnTo>
                    <a:pt x="279380" y="1244092"/>
                  </a:lnTo>
                  <a:cubicBezTo>
                    <a:pt x="125029" y="1244092"/>
                    <a:pt x="0" y="1098423"/>
                    <a:pt x="0" y="918591"/>
                  </a:cubicBezTo>
                  <a:close/>
                </a:path>
              </a:pathLst>
            </a:custGeom>
            <a:solidFill>
              <a:srgbClr val="061920"/>
            </a:solidFill>
          </p:spPr>
        </p:sp>
      </p:grpSp>
      <p:sp>
        <p:nvSpPr>
          <p:cNvPr id="12" name="TextBox 12"/>
          <p:cNvSpPr txBox="1"/>
          <p:nvPr/>
        </p:nvSpPr>
        <p:spPr>
          <a:xfrm>
            <a:off x="3100661" y="8876665"/>
            <a:ext cx="10935154" cy="687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 i="1" spc="39">
                <a:solidFill>
                  <a:srgbClr val="F1840D"/>
                </a:solidFill>
                <a:latin typeface="Lora Bold Italics"/>
                <a:ea typeface="Lora Bold Italics"/>
                <a:cs typeface="Lora Bold Italics"/>
                <a:sym typeface="Lora Bold Italics"/>
              </a:rPr>
              <a:t>The area where we can see our game!</a:t>
            </a:r>
          </a:p>
        </p:txBody>
      </p:sp>
    </p:spTree>
  </p:cSld>
  <p:clrMapOvr>
    <a:masterClrMapping/>
  </p:clrMapOvr>
  <p:transition spd="slow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59158">
            <a:off x="11098766" y="8069525"/>
            <a:ext cx="10069235" cy="3991079"/>
          </a:xfrm>
          <a:custGeom>
            <a:avLst/>
            <a:gdLst/>
            <a:ahLst/>
            <a:cxnLst/>
            <a:rect l="l" t="t" r="r" b="b"/>
            <a:pathLst>
              <a:path w="10069235" h="3991079">
                <a:moveTo>
                  <a:pt x="0" y="0"/>
                </a:moveTo>
                <a:lnTo>
                  <a:pt x="10069235" y="0"/>
                </a:lnTo>
                <a:lnTo>
                  <a:pt x="10069235" y="3991078"/>
                </a:lnTo>
                <a:lnTo>
                  <a:pt x="0" y="399107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 rot="-10800000">
            <a:off x="-2561716" y="-1436267"/>
            <a:ext cx="10069235" cy="3991079"/>
          </a:xfrm>
          <a:custGeom>
            <a:avLst/>
            <a:gdLst/>
            <a:ahLst/>
            <a:cxnLst/>
            <a:rect l="l" t="t" r="r" b="b"/>
            <a:pathLst>
              <a:path w="10069235" h="3991079">
                <a:moveTo>
                  <a:pt x="0" y="0"/>
                </a:moveTo>
                <a:lnTo>
                  <a:pt x="10069235" y="0"/>
                </a:lnTo>
                <a:lnTo>
                  <a:pt x="10069235" y="3991079"/>
                </a:lnTo>
                <a:lnTo>
                  <a:pt x="0" y="39910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 rot="-9510739">
            <a:off x="14283245" y="-2865453"/>
            <a:ext cx="6015263" cy="5730905"/>
          </a:xfrm>
          <a:custGeom>
            <a:avLst/>
            <a:gdLst/>
            <a:ahLst/>
            <a:cxnLst/>
            <a:rect l="l" t="t" r="r" b="b"/>
            <a:pathLst>
              <a:path w="6015263" h="5730905">
                <a:moveTo>
                  <a:pt x="0" y="0"/>
                </a:moveTo>
                <a:lnTo>
                  <a:pt x="6015264" y="0"/>
                </a:lnTo>
                <a:lnTo>
                  <a:pt x="6015264" y="5730906"/>
                </a:lnTo>
                <a:lnTo>
                  <a:pt x="0" y="573090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 rot="7043133">
            <a:off x="-3007632" y="7393599"/>
            <a:ext cx="6015263" cy="5730905"/>
          </a:xfrm>
          <a:custGeom>
            <a:avLst/>
            <a:gdLst/>
            <a:ahLst/>
            <a:cxnLst/>
            <a:rect l="l" t="t" r="r" b="b"/>
            <a:pathLst>
              <a:path w="6015263" h="5730905">
                <a:moveTo>
                  <a:pt x="0" y="0"/>
                </a:moveTo>
                <a:lnTo>
                  <a:pt x="6015264" y="0"/>
                </a:lnTo>
                <a:lnTo>
                  <a:pt x="6015264" y="5730905"/>
                </a:lnTo>
                <a:lnTo>
                  <a:pt x="0" y="573090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Freeform 6"/>
          <p:cNvSpPr/>
          <p:nvPr/>
        </p:nvSpPr>
        <p:spPr>
          <a:xfrm>
            <a:off x="8322904" y="268261"/>
            <a:ext cx="2668991" cy="582023"/>
          </a:xfrm>
          <a:custGeom>
            <a:avLst/>
            <a:gdLst/>
            <a:ahLst/>
            <a:cxnLst/>
            <a:rect l="l" t="t" r="r" b="b"/>
            <a:pathLst>
              <a:path w="2668991" h="582023">
                <a:moveTo>
                  <a:pt x="0" y="0"/>
                </a:moveTo>
                <a:lnTo>
                  <a:pt x="2668990" y="0"/>
                </a:lnTo>
                <a:lnTo>
                  <a:pt x="2668990" y="582023"/>
                </a:lnTo>
                <a:lnTo>
                  <a:pt x="0" y="58202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-392799" y="-220945"/>
            <a:ext cx="4919621" cy="1408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31"/>
              </a:lnSpc>
            </a:pPr>
            <a:r>
              <a:rPr lang="en-US" sz="8165" b="1" i="1" spc="81">
                <a:solidFill>
                  <a:srgbClr val="F1840D"/>
                </a:solidFill>
                <a:latin typeface="Lora Bold Italics"/>
                <a:ea typeface="Lora Bold Italics"/>
                <a:cs typeface="Lora Bold Italics"/>
                <a:sym typeface="Lora Bold Italics"/>
              </a:rPr>
              <a:t>Sprite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2784715" y="8846529"/>
            <a:ext cx="11567044" cy="823543"/>
            <a:chOff x="0" y="0"/>
            <a:chExt cx="17474392" cy="124413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7474380" cy="1244092"/>
            </a:xfrm>
            <a:custGeom>
              <a:avLst/>
              <a:gdLst/>
              <a:ahLst/>
              <a:cxnLst/>
              <a:rect l="l" t="t" r="r" b="b"/>
              <a:pathLst>
                <a:path w="17474380" h="1244092">
                  <a:moveTo>
                    <a:pt x="0" y="325501"/>
                  </a:moveTo>
                  <a:cubicBezTo>
                    <a:pt x="0" y="145669"/>
                    <a:pt x="125029" y="0"/>
                    <a:pt x="279380" y="0"/>
                  </a:cubicBezTo>
                  <a:lnTo>
                    <a:pt x="17195000" y="0"/>
                  </a:lnTo>
                  <a:cubicBezTo>
                    <a:pt x="17349352" y="0"/>
                    <a:pt x="17474380" y="145669"/>
                    <a:pt x="17474380" y="325501"/>
                  </a:cubicBezTo>
                  <a:lnTo>
                    <a:pt x="17474380" y="918591"/>
                  </a:lnTo>
                  <a:cubicBezTo>
                    <a:pt x="17474380" y="1098423"/>
                    <a:pt x="17349352" y="1244092"/>
                    <a:pt x="17195000" y="1244092"/>
                  </a:cubicBezTo>
                  <a:lnTo>
                    <a:pt x="279380" y="1244092"/>
                  </a:lnTo>
                  <a:cubicBezTo>
                    <a:pt x="125029" y="1244092"/>
                    <a:pt x="0" y="1098423"/>
                    <a:pt x="0" y="918591"/>
                  </a:cubicBezTo>
                  <a:close/>
                </a:path>
              </a:pathLst>
            </a:custGeom>
            <a:solidFill>
              <a:srgbClr val="061920"/>
            </a:solidFill>
          </p:spPr>
        </p:sp>
      </p:grpSp>
      <p:sp>
        <p:nvSpPr>
          <p:cNvPr id="10" name="TextBox 10"/>
          <p:cNvSpPr txBox="1"/>
          <p:nvPr/>
        </p:nvSpPr>
        <p:spPr>
          <a:xfrm>
            <a:off x="2472901" y="8895715"/>
            <a:ext cx="12226672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b="1" i="1" spc="32">
                <a:solidFill>
                  <a:srgbClr val="F1840D"/>
                </a:solidFill>
                <a:latin typeface="Lora Bold Italics"/>
                <a:ea typeface="Lora Bold Italics"/>
                <a:cs typeface="Lora Bold Italics"/>
                <a:sym typeface="Lora Bold Italics"/>
              </a:rPr>
              <a:t>A Sprite is an object or character that performs actions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3041882" y="1840850"/>
            <a:ext cx="12204235" cy="6351919"/>
            <a:chOff x="0" y="0"/>
            <a:chExt cx="14478000" cy="753534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4478000" cy="7535291"/>
            </a:xfrm>
            <a:custGeom>
              <a:avLst/>
              <a:gdLst/>
              <a:ahLst/>
              <a:cxnLst/>
              <a:rect l="l" t="t" r="r" b="b"/>
              <a:pathLst>
                <a:path w="14478000" h="7535291">
                  <a:moveTo>
                    <a:pt x="0" y="0"/>
                  </a:moveTo>
                  <a:lnTo>
                    <a:pt x="14478000" y="0"/>
                  </a:lnTo>
                  <a:lnTo>
                    <a:pt x="14478000" y="7535291"/>
                  </a:lnTo>
                  <a:lnTo>
                    <a:pt x="0" y="75352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1897" r="1897"/>
              </a:stretch>
            </a:blipFill>
          </p:spPr>
        </p:sp>
      </p:grpSp>
    </p:spTree>
  </p:cSld>
  <p:clrMapOvr>
    <a:masterClrMapping/>
  </p:clrMapOvr>
  <p:transition spd="slow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59158">
            <a:off x="11098766" y="8069525"/>
            <a:ext cx="10069235" cy="3991079"/>
          </a:xfrm>
          <a:custGeom>
            <a:avLst/>
            <a:gdLst/>
            <a:ahLst/>
            <a:cxnLst/>
            <a:rect l="l" t="t" r="r" b="b"/>
            <a:pathLst>
              <a:path w="10069235" h="3991079">
                <a:moveTo>
                  <a:pt x="0" y="0"/>
                </a:moveTo>
                <a:lnTo>
                  <a:pt x="10069235" y="0"/>
                </a:lnTo>
                <a:lnTo>
                  <a:pt x="10069235" y="3991078"/>
                </a:lnTo>
                <a:lnTo>
                  <a:pt x="0" y="399107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 rot="-10800000">
            <a:off x="-2561716" y="-1436267"/>
            <a:ext cx="10069235" cy="3991079"/>
          </a:xfrm>
          <a:custGeom>
            <a:avLst/>
            <a:gdLst/>
            <a:ahLst/>
            <a:cxnLst/>
            <a:rect l="l" t="t" r="r" b="b"/>
            <a:pathLst>
              <a:path w="10069235" h="3991079">
                <a:moveTo>
                  <a:pt x="0" y="0"/>
                </a:moveTo>
                <a:lnTo>
                  <a:pt x="10069235" y="0"/>
                </a:lnTo>
                <a:lnTo>
                  <a:pt x="10069235" y="3991079"/>
                </a:lnTo>
                <a:lnTo>
                  <a:pt x="0" y="39910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 rot="-9510739">
            <a:off x="14283245" y="-2865453"/>
            <a:ext cx="6015263" cy="5730905"/>
          </a:xfrm>
          <a:custGeom>
            <a:avLst/>
            <a:gdLst/>
            <a:ahLst/>
            <a:cxnLst/>
            <a:rect l="l" t="t" r="r" b="b"/>
            <a:pathLst>
              <a:path w="6015263" h="5730905">
                <a:moveTo>
                  <a:pt x="0" y="0"/>
                </a:moveTo>
                <a:lnTo>
                  <a:pt x="6015264" y="0"/>
                </a:lnTo>
                <a:lnTo>
                  <a:pt x="6015264" y="5730906"/>
                </a:lnTo>
                <a:lnTo>
                  <a:pt x="0" y="573090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 rot="7043133">
            <a:off x="-3007632" y="7393599"/>
            <a:ext cx="6015263" cy="5730905"/>
          </a:xfrm>
          <a:custGeom>
            <a:avLst/>
            <a:gdLst/>
            <a:ahLst/>
            <a:cxnLst/>
            <a:rect l="l" t="t" r="r" b="b"/>
            <a:pathLst>
              <a:path w="6015263" h="5730905">
                <a:moveTo>
                  <a:pt x="0" y="0"/>
                </a:moveTo>
                <a:lnTo>
                  <a:pt x="6015264" y="0"/>
                </a:lnTo>
                <a:lnTo>
                  <a:pt x="6015264" y="5730905"/>
                </a:lnTo>
                <a:lnTo>
                  <a:pt x="0" y="573090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Freeform 6"/>
          <p:cNvSpPr/>
          <p:nvPr/>
        </p:nvSpPr>
        <p:spPr>
          <a:xfrm>
            <a:off x="8322904" y="268261"/>
            <a:ext cx="2668991" cy="582023"/>
          </a:xfrm>
          <a:custGeom>
            <a:avLst/>
            <a:gdLst/>
            <a:ahLst/>
            <a:cxnLst/>
            <a:rect l="l" t="t" r="r" b="b"/>
            <a:pathLst>
              <a:path w="2668991" h="582023">
                <a:moveTo>
                  <a:pt x="0" y="0"/>
                </a:moveTo>
                <a:lnTo>
                  <a:pt x="2668990" y="0"/>
                </a:lnTo>
                <a:lnTo>
                  <a:pt x="2668990" y="582023"/>
                </a:lnTo>
                <a:lnTo>
                  <a:pt x="0" y="58202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-392799" y="-220945"/>
            <a:ext cx="4919621" cy="1408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31"/>
              </a:lnSpc>
            </a:pPr>
            <a:r>
              <a:rPr lang="en-US" sz="8165" b="1" i="1" spc="81">
                <a:solidFill>
                  <a:srgbClr val="F1840D"/>
                </a:solidFill>
                <a:latin typeface="Lora Bold Italics"/>
                <a:ea typeface="Lora Bold Italics"/>
                <a:cs typeface="Lora Bold Italics"/>
                <a:sym typeface="Lora Bold Italics"/>
              </a:rPr>
              <a:t>Sprite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2784715" y="8846529"/>
            <a:ext cx="11567044" cy="823543"/>
            <a:chOff x="0" y="0"/>
            <a:chExt cx="17474392" cy="124413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7474380" cy="1244092"/>
            </a:xfrm>
            <a:custGeom>
              <a:avLst/>
              <a:gdLst/>
              <a:ahLst/>
              <a:cxnLst/>
              <a:rect l="l" t="t" r="r" b="b"/>
              <a:pathLst>
                <a:path w="17474380" h="1244092">
                  <a:moveTo>
                    <a:pt x="0" y="325501"/>
                  </a:moveTo>
                  <a:cubicBezTo>
                    <a:pt x="0" y="145669"/>
                    <a:pt x="125029" y="0"/>
                    <a:pt x="279380" y="0"/>
                  </a:cubicBezTo>
                  <a:lnTo>
                    <a:pt x="17195000" y="0"/>
                  </a:lnTo>
                  <a:cubicBezTo>
                    <a:pt x="17349352" y="0"/>
                    <a:pt x="17474380" y="145669"/>
                    <a:pt x="17474380" y="325501"/>
                  </a:cubicBezTo>
                  <a:lnTo>
                    <a:pt x="17474380" y="918591"/>
                  </a:lnTo>
                  <a:cubicBezTo>
                    <a:pt x="17474380" y="1098423"/>
                    <a:pt x="17349352" y="1244092"/>
                    <a:pt x="17195000" y="1244092"/>
                  </a:cubicBezTo>
                  <a:lnTo>
                    <a:pt x="279380" y="1244092"/>
                  </a:lnTo>
                  <a:cubicBezTo>
                    <a:pt x="125029" y="1244092"/>
                    <a:pt x="0" y="1098423"/>
                    <a:pt x="0" y="918591"/>
                  </a:cubicBezTo>
                  <a:close/>
                </a:path>
              </a:pathLst>
            </a:custGeom>
            <a:solidFill>
              <a:srgbClr val="061920"/>
            </a:solidFill>
          </p:spPr>
        </p:sp>
      </p:grpSp>
      <p:sp>
        <p:nvSpPr>
          <p:cNvPr id="10" name="TextBox 10"/>
          <p:cNvSpPr txBox="1"/>
          <p:nvPr/>
        </p:nvSpPr>
        <p:spPr>
          <a:xfrm>
            <a:off x="2472901" y="8895715"/>
            <a:ext cx="12226672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b="1" i="1" spc="32">
                <a:solidFill>
                  <a:srgbClr val="F1840D"/>
                </a:solidFill>
                <a:latin typeface="Lora Bold Italics"/>
                <a:ea typeface="Lora Bold Italics"/>
                <a:cs typeface="Lora Bold Italics"/>
                <a:sym typeface="Lora Bold Italics"/>
              </a:rPr>
              <a:t>We can change the sprite or draw or upload a sprite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4145662" y="1906806"/>
            <a:ext cx="10206097" cy="6473389"/>
            <a:chOff x="0" y="0"/>
            <a:chExt cx="14009916" cy="888602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4009878" cy="8886063"/>
            </a:xfrm>
            <a:custGeom>
              <a:avLst/>
              <a:gdLst/>
              <a:ahLst/>
              <a:cxnLst/>
              <a:rect l="l" t="t" r="r" b="b"/>
              <a:pathLst>
                <a:path w="14009878" h="8886063">
                  <a:moveTo>
                    <a:pt x="0" y="0"/>
                  </a:moveTo>
                  <a:lnTo>
                    <a:pt x="14009878" y="0"/>
                  </a:lnTo>
                  <a:lnTo>
                    <a:pt x="14009878" y="8886063"/>
                  </a:lnTo>
                  <a:lnTo>
                    <a:pt x="0" y="88860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22518" t="-39498" r="-11" b="1575"/>
              </a:stretch>
            </a:blipFill>
          </p:spPr>
        </p:sp>
      </p:grpSp>
    </p:spTree>
  </p:cSld>
  <p:clrMapOvr>
    <a:masterClrMapping/>
  </p:clrMapOvr>
  <p:transition spd="slow"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59158">
            <a:off x="11098766" y="8069525"/>
            <a:ext cx="10069235" cy="3991079"/>
          </a:xfrm>
          <a:custGeom>
            <a:avLst/>
            <a:gdLst/>
            <a:ahLst/>
            <a:cxnLst/>
            <a:rect l="l" t="t" r="r" b="b"/>
            <a:pathLst>
              <a:path w="10069235" h="3991079">
                <a:moveTo>
                  <a:pt x="0" y="0"/>
                </a:moveTo>
                <a:lnTo>
                  <a:pt x="10069235" y="0"/>
                </a:lnTo>
                <a:lnTo>
                  <a:pt x="10069235" y="3991078"/>
                </a:lnTo>
                <a:lnTo>
                  <a:pt x="0" y="399107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 rot="-10800000">
            <a:off x="-2561716" y="-1436267"/>
            <a:ext cx="10069235" cy="3991079"/>
          </a:xfrm>
          <a:custGeom>
            <a:avLst/>
            <a:gdLst/>
            <a:ahLst/>
            <a:cxnLst/>
            <a:rect l="l" t="t" r="r" b="b"/>
            <a:pathLst>
              <a:path w="10069235" h="3991079">
                <a:moveTo>
                  <a:pt x="0" y="0"/>
                </a:moveTo>
                <a:lnTo>
                  <a:pt x="10069235" y="0"/>
                </a:lnTo>
                <a:lnTo>
                  <a:pt x="10069235" y="3991079"/>
                </a:lnTo>
                <a:lnTo>
                  <a:pt x="0" y="39910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 rot="-9510739">
            <a:off x="14283245" y="-2865453"/>
            <a:ext cx="6015263" cy="5730905"/>
          </a:xfrm>
          <a:custGeom>
            <a:avLst/>
            <a:gdLst/>
            <a:ahLst/>
            <a:cxnLst/>
            <a:rect l="l" t="t" r="r" b="b"/>
            <a:pathLst>
              <a:path w="6015263" h="5730905">
                <a:moveTo>
                  <a:pt x="0" y="0"/>
                </a:moveTo>
                <a:lnTo>
                  <a:pt x="6015264" y="0"/>
                </a:lnTo>
                <a:lnTo>
                  <a:pt x="6015264" y="5730906"/>
                </a:lnTo>
                <a:lnTo>
                  <a:pt x="0" y="573090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 rot="7043133">
            <a:off x="-3007632" y="7393599"/>
            <a:ext cx="6015263" cy="5730905"/>
          </a:xfrm>
          <a:custGeom>
            <a:avLst/>
            <a:gdLst/>
            <a:ahLst/>
            <a:cxnLst/>
            <a:rect l="l" t="t" r="r" b="b"/>
            <a:pathLst>
              <a:path w="6015263" h="5730905">
                <a:moveTo>
                  <a:pt x="0" y="0"/>
                </a:moveTo>
                <a:lnTo>
                  <a:pt x="6015264" y="0"/>
                </a:lnTo>
                <a:lnTo>
                  <a:pt x="6015264" y="5730905"/>
                </a:lnTo>
                <a:lnTo>
                  <a:pt x="0" y="573090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Freeform 6"/>
          <p:cNvSpPr/>
          <p:nvPr/>
        </p:nvSpPr>
        <p:spPr>
          <a:xfrm>
            <a:off x="8322904" y="268261"/>
            <a:ext cx="2668991" cy="582023"/>
          </a:xfrm>
          <a:custGeom>
            <a:avLst/>
            <a:gdLst/>
            <a:ahLst/>
            <a:cxnLst/>
            <a:rect l="l" t="t" r="r" b="b"/>
            <a:pathLst>
              <a:path w="2668991" h="582023">
                <a:moveTo>
                  <a:pt x="0" y="0"/>
                </a:moveTo>
                <a:lnTo>
                  <a:pt x="2668990" y="0"/>
                </a:lnTo>
                <a:lnTo>
                  <a:pt x="2668990" y="582023"/>
                </a:lnTo>
                <a:lnTo>
                  <a:pt x="0" y="58202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655835" y="-117431"/>
            <a:ext cx="4257761" cy="12200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93"/>
              </a:lnSpc>
            </a:pPr>
            <a:r>
              <a:rPr lang="en-US" sz="7066" b="1" i="1" spc="70">
                <a:solidFill>
                  <a:srgbClr val="F1840D"/>
                </a:solidFill>
                <a:latin typeface="Lora Bold Italics"/>
                <a:ea typeface="Lora Bold Italics"/>
                <a:cs typeface="Lora Bold Italics"/>
                <a:sym typeface="Lora Bold Italics"/>
              </a:rPr>
              <a:t>Backdrop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2784715" y="8846529"/>
            <a:ext cx="11567044" cy="823543"/>
            <a:chOff x="0" y="0"/>
            <a:chExt cx="17474392" cy="124413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7474380" cy="1244092"/>
            </a:xfrm>
            <a:custGeom>
              <a:avLst/>
              <a:gdLst/>
              <a:ahLst/>
              <a:cxnLst/>
              <a:rect l="l" t="t" r="r" b="b"/>
              <a:pathLst>
                <a:path w="17474380" h="1244092">
                  <a:moveTo>
                    <a:pt x="0" y="325501"/>
                  </a:moveTo>
                  <a:cubicBezTo>
                    <a:pt x="0" y="145669"/>
                    <a:pt x="125029" y="0"/>
                    <a:pt x="279380" y="0"/>
                  </a:cubicBezTo>
                  <a:lnTo>
                    <a:pt x="17195000" y="0"/>
                  </a:lnTo>
                  <a:cubicBezTo>
                    <a:pt x="17349352" y="0"/>
                    <a:pt x="17474380" y="145669"/>
                    <a:pt x="17474380" y="325501"/>
                  </a:cubicBezTo>
                  <a:lnTo>
                    <a:pt x="17474380" y="918591"/>
                  </a:lnTo>
                  <a:cubicBezTo>
                    <a:pt x="17474380" y="1098423"/>
                    <a:pt x="17349352" y="1244092"/>
                    <a:pt x="17195000" y="1244092"/>
                  </a:cubicBezTo>
                  <a:lnTo>
                    <a:pt x="279380" y="1244092"/>
                  </a:lnTo>
                  <a:cubicBezTo>
                    <a:pt x="125029" y="1244092"/>
                    <a:pt x="0" y="1098423"/>
                    <a:pt x="0" y="918591"/>
                  </a:cubicBezTo>
                  <a:close/>
                </a:path>
              </a:pathLst>
            </a:custGeom>
            <a:solidFill>
              <a:srgbClr val="061920"/>
            </a:solidFill>
          </p:spPr>
        </p:sp>
      </p:grpSp>
      <p:sp>
        <p:nvSpPr>
          <p:cNvPr id="10" name="TextBox 10"/>
          <p:cNvSpPr txBox="1"/>
          <p:nvPr/>
        </p:nvSpPr>
        <p:spPr>
          <a:xfrm>
            <a:off x="2472901" y="8895715"/>
            <a:ext cx="12226672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b="1" i="1" spc="32">
                <a:solidFill>
                  <a:srgbClr val="F1840D"/>
                </a:solidFill>
                <a:latin typeface="Lora Bold Italics"/>
                <a:ea typeface="Lora Bold Italics"/>
                <a:cs typeface="Lora Bold Italics"/>
                <a:sym typeface="Lora Bold Italics"/>
              </a:rPr>
              <a:t>We can also upload a backdrop or paint a new one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3532231" y="1246157"/>
            <a:ext cx="10108013" cy="7204499"/>
            <a:chOff x="0" y="0"/>
            <a:chExt cx="14502360" cy="1033657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4502360" cy="10336506"/>
            </a:xfrm>
            <a:custGeom>
              <a:avLst/>
              <a:gdLst/>
              <a:ahLst/>
              <a:cxnLst/>
              <a:rect l="l" t="t" r="r" b="b"/>
              <a:pathLst>
                <a:path w="14502360" h="10336506">
                  <a:moveTo>
                    <a:pt x="0" y="0"/>
                  </a:moveTo>
                  <a:lnTo>
                    <a:pt x="14502360" y="0"/>
                  </a:lnTo>
                  <a:lnTo>
                    <a:pt x="14502360" y="10336506"/>
                  </a:lnTo>
                  <a:lnTo>
                    <a:pt x="0" y="103365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919" r="-920"/>
              </a:stretch>
            </a:blipFill>
          </p:spPr>
        </p:sp>
      </p:grpSp>
    </p:spTree>
  </p:cSld>
  <p:clrMapOvr>
    <a:masterClrMapping/>
  </p:clrMapOvr>
  <p:transition spd="slow"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59158">
            <a:off x="11098766" y="8069525"/>
            <a:ext cx="10069235" cy="3991079"/>
          </a:xfrm>
          <a:custGeom>
            <a:avLst/>
            <a:gdLst/>
            <a:ahLst/>
            <a:cxnLst/>
            <a:rect l="l" t="t" r="r" b="b"/>
            <a:pathLst>
              <a:path w="10069235" h="3991079">
                <a:moveTo>
                  <a:pt x="0" y="0"/>
                </a:moveTo>
                <a:lnTo>
                  <a:pt x="10069235" y="0"/>
                </a:lnTo>
                <a:lnTo>
                  <a:pt x="10069235" y="3991078"/>
                </a:lnTo>
                <a:lnTo>
                  <a:pt x="0" y="399107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 rot="-10800000">
            <a:off x="-2561716" y="-1436267"/>
            <a:ext cx="10069235" cy="3991079"/>
          </a:xfrm>
          <a:custGeom>
            <a:avLst/>
            <a:gdLst/>
            <a:ahLst/>
            <a:cxnLst/>
            <a:rect l="l" t="t" r="r" b="b"/>
            <a:pathLst>
              <a:path w="10069235" h="3991079">
                <a:moveTo>
                  <a:pt x="0" y="0"/>
                </a:moveTo>
                <a:lnTo>
                  <a:pt x="10069235" y="0"/>
                </a:lnTo>
                <a:lnTo>
                  <a:pt x="10069235" y="3991079"/>
                </a:lnTo>
                <a:lnTo>
                  <a:pt x="0" y="39910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 rot="-9510739">
            <a:off x="14283245" y="-2865453"/>
            <a:ext cx="6015263" cy="5730905"/>
          </a:xfrm>
          <a:custGeom>
            <a:avLst/>
            <a:gdLst/>
            <a:ahLst/>
            <a:cxnLst/>
            <a:rect l="l" t="t" r="r" b="b"/>
            <a:pathLst>
              <a:path w="6015263" h="5730905">
                <a:moveTo>
                  <a:pt x="0" y="0"/>
                </a:moveTo>
                <a:lnTo>
                  <a:pt x="6015264" y="0"/>
                </a:lnTo>
                <a:lnTo>
                  <a:pt x="6015264" y="5730906"/>
                </a:lnTo>
                <a:lnTo>
                  <a:pt x="0" y="573090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 rot="7043133">
            <a:off x="-3007632" y="7393599"/>
            <a:ext cx="6015263" cy="5730905"/>
          </a:xfrm>
          <a:custGeom>
            <a:avLst/>
            <a:gdLst/>
            <a:ahLst/>
            <a:cxnLst/>
            <a:rect l="l" t="t" r="r" b="b"/>
            <a:pathLst>
              <a:path w="6015263" h="5730905">
                <a:moveTo>
                  <a:pt x="0" y="0"/>
                </a:moveTo>
                <a:lnTo>
                  <a:pt x="6015264" y="0"/>
                </a:lnTo>
                <a:lnTo>
                  <a:pt x="6015264" y="5730905"/>
                </a:lnTo>
                <a:lnTo>
                  <a:pt x="0" y="573090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Freeform 6"/>
          <p:cNvSpPr/>
          <p:nvPr/>
        </p:nvSpPr>
        <p:spPr>
          <a:xfrm>
            <a:off x="8322904" y="268261"/>
            <a:ext cx="2668991" cy="582023"/>
          </a:xfrm>
          <a:custGeom>
            <a:avLst/>
            <a:gdLst/>
            <a:ahLst/>
            <a:cxnLst/>
            <a:rect l="l" t="t" r="r" b="b"/>
            <a:pathLst>
              <a:path w="2668991" h="582023">
                <a:moveTo>
                  <a:pt x="0" y="0"/>
                </a:moveTo>
                <a:lnTo>
                  <a:pt x="2668990" y="0"/>
                </a:lnTo>
                <a:lnTo>
                  <a:pt x="2668990" y="582023"/>
                </a:lnTo>
                <a:lnTo>
                  <a:pt x="0" y="58202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659833" y="181663"/>
            <a:ext cx="6522494" cy="8035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32"/>
              </a:lnSpc>
            </a:pPr>
            <a:r>
              <a:rPr lang="en-US" sz="4665" b="1" i="1" spc="46">
                <a:solidFill>
                  <a:srgbClr val="F1840D"/>
                </a:solidFill>
                <a:latin typeface="Lora Bold Italics"/>
                <a:ea typeface="Lora Bold Italics"/>
                <a:cs typeface="Lora Bold Italics"/>
                <a:sym typeface="Lora Bold Italics"/>
              </a:rPr>
              <a:t>Maximize/Minimize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2784715" y="1967180"/>
            <a:ext cx="12205620" cy="6352640"/>
            <a:chOff x="0" y="0"/>
            <a:chExt cx="14478000" cy="753534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478000" cy="7535291"/>
            </a:xfrm>
            <a:custGeom>
              <a:avLst/>
              <a:gdLst/>
              <a:ahLst/>
              <a:cxnLst/>
              <a:rect l="l" t="t" r="r" b="b"/>
              <a:pathLst>
                <a:path w="14478000" h="7535291">
                  <a:moveTo>
                    <a:pt x="0" y="0"/>
                  </a:moveTo>
                  <a:lnTo>
                    <a:pt x="14478000" y="0"/>
                  </a:lnTo>
                  <a:lnTo>
                    <a:pt x="14478000" y="7535291"/>
                  </a:lnTo>
                  <a:lnTo>
                    <a:pt x="0" y="75352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291" r="-14" b="-292"/>
              </a:stretch>
            </a:blipFill>
          </p:spPr>
        </p:sp>
      </p:grpSp>
      <p:sp>
        <p:nvSpPr>
          <p:cNvPr id="10" name="AutoShape 10"/>
          <p:cNvSpPr/>
          <p:nvPr/>
        </p:nvSpPr>
        <p:spPr>
          <a:xfrm flipH="1">
            <a:off x="11316684" y="2903985"/>
            <a:ext cx="3034088" cy="643808"/>
          </a:xfrm>
          <a:prstGeom prst="line">
            <a:avLst/>
          </a:prstGeom>
          <a:ln w="9525" cap="rnd">
            <a:solidFill>
              <a:srgbClr val="FFC000"/>
            </a:solidFill>
            <a:prstDash val="solid"/>
            <a:headEnd type="none" w="sm" len="sm"/>
            <a:tailEnd type="triangle" w="lg" len="med"/>
          </a:ln>
        </p:spPr>
      </p:sp>
      <p:grpSp>
        <p:nvGrpSpPr>
          <p:cNvPr id="11" name="Group 11"/>
          <p:cNvGrpSpPr/>
          <p:nvPr/>
        </p:nvGrpSpPr>
        <p:grpSpPr>
          <a:xfrm>
            <a:off x="9117637" y="3362575"/>
            <a:ext cx="2199046" cy="810836"/>
            <a:chOff x="0" y="0"/>
            <a:chExt cx="4167645" cy="1536700"/>
          </a:xfrm>
        </p:grpSpPr>
        <p:sp>
          <p:nvSpPr>
            <p:cNvPr id="12" name="Freeform 12"/>
            <p:cNvSpPr/>
            <p:nvPr/>
          </p:nvSpPr>
          <p:spPr>
            <a:xfrm>
              <a:off x="19050" y="19050"/>
              <a:ext cx="4129532" cy="1498600"/>
            </a:xfrm>
            <a:custGeom>
              <a:avLst/>
              <a:gdLst/>
              <a:ahLst/>
              <a:cxnLst/>
              <a:rect l="l" t="t" r="r" b="b"/>
              <a:pathLst>
                <a:path w="4129532" h="1498600">
                  <a:moveTo>
                    <a:pt x="0" y="0"/>
                  </a:moveTo>
                  <a:lnTo>
                    <a:pt x="4129532" y="0"/>
                  </a:lnTo>
                  <a:lnTo>
                    <a:pt x="4129532" y="1498600"/>
                  </a:lnTo>
                  <a:lnTo>
                    <a:pt x="0" y="1498600"/>
                  </a:lnTo>
                  <a:close/>
                </a:path>
              </a:pathLst>
            </a:custGeom>
            <a:solidFill>
              <a:srgbClr val="FFC000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0" y="0"/>
              <a:ext cx="4167632" cy="1536700"/>
            </a:xfrm>
            <a:custGeom>
              <a:avLst/>
              <a:gdLst/>
              <a:ahLst/>
              <a:cxnLst/>
              <a:rect l="l" t="t" r="r" b="b"/>
              <a:pathLst>
                <a:path w="4167632" h="1536700">
                  <a:moveTo>
                    <a:pt x="19050" y="0"/>
                  </a:moveTo>
                  <a:lnTo>
                    <a:pt x="4148582" y="0"/>
                  </a:lnTo>
                  <a:cubicBezTo>
                    <a:pt x="4159123" y="0"/>
                    <a:pt x="4167632" y="8509"/>
                    <a:pt x="4167632" y="19050"/>
                  </a:cubicBezTo>
                  <a:lnTo>
                    <a:pt x="4167632" y="1517650"/>
                  </a:lnTo>
                  <a:cubicBezTo>
                    <a:pt x="4167632" y="1528191"/>
                    <a:pt x="4159123" y="1536700"/>
                    <a:pt x="4148582" y="1536700"/>
                  </a:cubicBezTo>
                  <a:lnTo>
                    <a:pt x="19050" y="1536700"/>
                  </a:lnTo>
                  <a:cubicBezTo>
                    <a:pt x="8509" y="1536700"/>
                    <a:pt x="0" y="1528191"/>
                    <a:pt x="0" y="1517650"/>
                  </a:cubicBezTo>
                  <a:lnTo>
                    <a:pt x="0" y="19050"/>
                  </a:lnTo>
                  <a:cubicBezTo>
                    <a:pt x="0" y="8509"/>
                    <a:pt x="8509" y="0"/>
                    <a:pt x="19050" y="0"/>
                  </a:cubicBezTo>
                  <a:moveTo>
                    <a:pt x="19050" y="38100"/>
                  </a:moveTo>
                  <a:lnTo>
                    <a:pt x="19050" y="19050"/>
                  </a:lnTo>
                  <a:lnTo>
                    <a:pt x="38100" y="19050"/>
                  </a:lnTo>
                  <a:lnTo>
                    <a:pt x="38100" y="1517650"/>
                  </a:lnTo>
                  <a:lnTo>
                    <a:pt x="19050" y="1517650"/>
                  </a:lnTo>
                  <a:lnTo>
                    <a:pt x="19050" y="1498600"/>
                  </a:lnTo>
                  <a:lnTo>
                    <a:pt x="4148582" y="1498600"/>
                  </a:lnTo>
                  <a:lnTo>
                    <a:pt x="4148582" y="1517650"/>
                  </a:lnTo>
                  <a:lnTo>
                    <a:pt x="4129532" y="1517650"/>
                  </a:lnTo>
                  <a:lnTo>
                    <a:pt x="4129532" y="19050"/>
                  </a:lnTo>
                  <a:lnTo>
                    <a:pt x="4148582" y="19050"/>
                  </a:lnTo>
                  <a:lnTo>
                    <a:pt x="4148582" y="38100"/>
                  </a:lnTo>
                  <a:lnTo>
                    <a:pt x="19050" y="38100"/>
                  </a:lnTo>
                  <a:close/>
                </a:path>
              </a:pathLst>
            </a:custGeom>
            <a:solidFill>
              <a:srgbClr val="FFC000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0"/>
              <a:ext cx="4167645" cy="1536700"/>
            </a:xfrm>
            <a:prstGeom prst="rect">
              <a:avLst/>
            </a:prstGeom>
          </p:spPr>
          <p:txBody>
            <a:bodyPr lIns="42779" tIns="42779" rIns="42779" bIns="42779" rtlCol="0" anchor="ctr"/>
            <a:lstStyle/>
            <a:p>
              <a:pPr algn="ctr">
                <a:lnSpc>
                  <a:spcPts val="2425"/>
                </a:lnSpc>
              </a:pPr>
              <a:r>
                <a:rPr lang="en-US" sz="2021">
                  <a:solidFill>
                    <a:srgbClr val="FFFFFF"/>
                  </a:solidFill>
                  <a:latin typeface="Quicksand"/>
                  <a:ea typeface="Quicksand"/>
                  <a:cs typeface="Quicksand"/>
                  <a:sym typeface="Quicksand"/>
                </a:rPr>
                <a:t>Maximize/Minimize the stage</a:t>
              </a:r>
            </a:p>
          </p:txBody>
        </p:sp>
      </p:grpSp>
    </p:spTree>
  </p:cSld>
  <p:clrMapOvr>
    <a:masterClrMapping/>
  </p:clrMapOvr>
  <p:transition spd="slow">
    <p:push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59158">
            <a:off x="11098766" y="8069525"/>
            <a:ext cx="10069235" cy="3991079"/>
          </a:xfrm>
          <a:custGeom>
            <a:avLst/>
            <a:gdLst/>
            <a:ahLst/>
            <a:cxnLst/>
            <a:rect l="l" t="t" r="r" b="b"/>
            <a:pathLst>
              <a:path w="10069235" h="3991079">
                <a:moveTo>
                  <a:pt x="0" y="0"/>
                </a:moveTo>
                <a:lnTo>
                  <a:pt x="10069235" y="0"/>
                </a:lnTo>
                <a:lnTo>
                  <a:pt x="10069235" y="3991078"/>
                </a:lnTo>
                <a:lnTo>
                  <a:pt x="0" y="399107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 rot="-10800000">
            <a:off x="-2561716" y="-1436267"/>
            <a:ext cx="10069235" cy="3991079"/>
          </a:xfrm>
          <a:custGeom>
            <a:avLst/>
            <a:gdLst/>
            <a:ahLst/>
            <a:cxnLst/>
            <a:rect l="l" t="t" r="r" b="b"/>
            <a:pathLst>
              <a:path w="10069235" h="3991079">
                <a:moveTo>
                  <a:pt x="0" y="0"/>
                </a:moveTo>
                <a:lnTo>
                  <a:pt x="10069235" y="0"/>
                </a:lnTo>
                <a:lnTo>
                  <a:pt x="10069235" y="3991079"/>
                </a:lnTo>
                <a:lnTo>
                  <a:pt x="0" y="39910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 rot="-9510739">
            <a:off x="14283245" y="-2865453"/>
            <a:ext cx="6015263" cy="5730905"/>
          </a:xfrm>
          <a:custGeom>
            <a:avLst/>
            <a:gdLst/>
            <a:ahLst/>
            <a:cxnLst/>
            <a:rect l="l" t="t" r="r" b="b"/>
            <a:pathLst>
              <a:path w="6015263" h="5730905">
                <a:moveTo>
                  <a:pt x="0" y="0"/>
                </a:moveTo>
                <a:lnTo>
                  <a:pt x="6015264" y="0"/>
                </a:lnTo>
                <a:lnTo>
                  <a:pt x="6015264" y="5730906"/>
                </a:lnTo>
                <a:lnTo>
                  <a:pt x="0" y="573090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 rot="7043133">
            <a:off x="-3007632" y="7393599"/>
            <a:ext cx="6015263" cy="5730905"/>
          </a:xfrm>
          <a:custGeom>
            <a:avLst/>
            <a:gdLst/>
            <a:ahLst/>
            <a:cxnLst/>
            <a:rect l="l" t="t" r="r" b="b"/>
            <a:pathLst>
              <a:path w="6015263" h="5730905">
                <a:moveTo>
                  <a:pt x="0" y="0"/>
                </a:moveTo>
                <a:lnTo>
                  <a:pt x="6015264" y="0"/>
                </a:lnTo>
                <a:lnTo>
                  <a:pt x="6015264" y="5730905"/>
                </a:lnTo>
                <a:lnTo>
                  <a:pt x="0" y="573090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Freeform 6"/>
          <p:cNvSpPr/>
          <p:nvPr/>
        </p:nvSpPr>
        <p:spPr>
          <a:xfrm>
            <a:off x="8322904" y="268261"/>
            <a:ext cx="2668991" cy="582023"/>
          </a:xfrm>
          <a:custGeom>
            <a:avLst/>
            <a:gdLst/>
            <a:ahLst/>
            <a:cxnLst/>
            <a:rect l="l" t="t" r="r" b="b"/>
            <a:pathLst>
              <a:path w="2668991" h="582023">
                <a:moveTo>
                  <a:pt x="0" y="0"/>
                </a:moveTo>
                <a:lnTo>
                  <a:pt x="2668990" y="0"/>
                </a:lnTo>
                <a:lnTo>
                  <a:pt x="2668990" y="582023"/>
                </a:lnTo>
                <a:lnTo>
                  <a:pt x="0" y="58202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-647515" y="-57748"/>
            <a:ext cx="6522494" cy="11102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52"/>
              </a:lnSpc>
            </a:pPr>
            <a:r>
              <a:rPr lang="en-US" sz="6465" b="1" i="1" spc="64">
                <a:solidFill>
                  <a:srgbClr val="F1840D"/>
                </a:solidFill>
                <a:latin typeface="Lora Bold Italics"/>
                <a:ea typeface="Lora Bold Italics"/>
                <a:cs typeface="Lora Bold Italics"/>
                <a:sym typeface="Lora Bold Italics"/>
              </a:rPr>
              <a:t>ToolBox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2059225" y="2005717"/>
            <a:ext cx="13530066" cy="7041972"/>
            <a:chOff x="0" y="0"/>
            <a:chExt cx="14478000" cy="753534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478000" cy="7535291"/>
            </a:xfrm>
            <a:custGeom>
              <a:avLst/>
              <a:gdLst/>
              <a:ahLst/>
              <a:cxnLst/>
              <a:rect l="l" t="t" r="r" b="b"/>
              <a:pathLst>
                <a:path w="14478000" h="7535291">
                  <a:moveTo>
                    <a:pt x="0" y="0"/>
                  </a:moveTo>
                  <a:lnTo>
                    <a:pt x="14478000" y="0"/>
                  </a:lnTo>
                  <a:lnTo>
                    <a:pt x="14478000" y="7535291"/>
                  </a:lnTo>
                  <a:lnTo>
                    <a:pt x="0" y="75352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1766" r="1766" b="-1"/>
              </a:stretch>
            </a:blipFill>
          </p:spPr>
        </p:sp>
      </p:grpSp>
    </p:spTree>
  </p:cSld>
  <p:clrMapOvr>
    <a:masterClrMapping/>
  </p:clrMapOvr>
  <p:transition spd="slow">
    <p:push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59158">
            <a:off x="11098766" y="8069525"/>
            <a:ext cx="10069235" cy="3991079"/>
          </a:xfrm>
          <a:custGeom>
            <a:avLst/>
            <a:gdLst/>
            <a:ahLst/>
            <a:cxnLst/>
            <a:rect l="l" t="t" r="r" b="b"/>
            <a:pathLst>
              <a:path w="10069235" h="3991079">
                <a:moveTo>
                  <a:pt x="0" y="0"/>
                </a:moveTo>
                <a:lnTo>
                  <a:pt x="10069235" y="0"/>
                </a:lnTo>
                <a:lnTo>
                  <a:pt x="10069235" y="3991078"/>
                </a:lnTo>
                <a:lnTo>
                  <a:pt x="0" y="399107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 rot="-10800000">
            <a:off x="-2561716" y="-1436267"/>
            <a:ext cx="10069235" cy="3991079"/>
          </a:xfrm>
          <a:custGeom>
            <a:avLst/>
            <a:gdLst/>
            <a:ahLst/>
            <a:cxnLst/>
            <a:rect l="l" t="t" r="r" b="b"/>
            <a:pathLst>
              <a:path w="10069235" h="3991079">
                <a:moveTo>
                  <a:pt x="0" y="0"/>
                </a:moveTo>
                <a:lnTo>
                  <a:pt x="10069235" y="0"/>
                </a:lnTo>
                <a:lnTo>
                  <a:pt x="10069235" y="3991079"/>
                </a:lnTo>
                <a:lnTo>
                  <a:pt x="0" y="39910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 rot="-9510739">
            <a:off x="14283245" y="-2865453"/>
            <a:ext cx="6015263" cy="5730905"/>
          </a:xfrm>
          <a:custGeom>
            <a:avLst/>
            <a:gdLst/>
            <a:ahLst/>
            <a:cxnLst/>
            <a:rect l="l" t="t" r="r" b="b"/>
            <a:pathLst>
              <a:path w="6015263" h="5730905">
                <a:moveTo>
                  <a:pt x="0" y="0"/>
                </a:moveTo>
                <a:lnTo>
                  <a:pt x="6015264" y="0"/>
                </a:lnTo>
                <a:lnTo>
                  <a:pt x="6015264" y="5730906"/>
                </a:lnTo>
                <a:lnTo>
                  <a:pt x="0" y="573090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 rot="7043133">
            <a:off x="-3007632" y="7393599"/>
            <a:ext cx="6015263" cy="5730905"/>
          </a:xfrm>
          <a:custGeom>
            <a:avLst/>
            <a:gdLst/>
            <a:ahLst/>
            <a:cxnLst/>
            <a:rect l="l" t="t" r="r" b="b"/>
            <a:pathLst>
              <a:path w="6015263" h="5730905">
                <a:moveTo>
                  <a:pt x="0" y="0"/>
                </a:moveTo>
                <a:lnTo>
                  <a:pt x="6015264" y="0"/>
                </a:lnTo>
                <a:lnTo>
                  <a:pt x="6015264" y="5730905"/>
                </a:lnTo>
                <a:lnTo>
                  <a:pt x="0" y="573090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Freeform 6"/>
          <p:cNvSpPr/>
          <p:nvPr/>
        </p:nvSpPr>
        <p:spPr>
          <a:xfrm>
            <a:off x="8322904" y="268261"/>
            <a:ext cx="2668991" cy="582023"/>
          </a:xfrm>
          <a:custGeom>
            <a:avLst/>
            <a:gdLst/>
            <a:ahLst/>
            <a:cxnLst/>
            <a:rect l="l" t="t" r="r" b="b"/>
            <a:pathLst>
              <a:path w="2668991" h="582023">
                <a:moveTo>
                  <a:pt x="0" y="0"/>
                </a:moveTo>
                <a:lnTo>
                  <a:pt x="2668990" y="0"/>
                </a:lnTo>
                <a:lnTo>
                  <a:pt x="2668990" y="582023"/>
                </a:lnTo>
                <a:lnTo>
                  <a:pt x="0" y="58202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0" y="-57748"/>
            <a:ext cx="6522494" cy="11102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52"/>
              </a:lnSpc>
            </a:pPr>
            <a:r>
              <a:rPr lang="en-US" sz="6465" b="1" i="1" spc="64">
                <a:solidFill>
                  <a:srgbClr val="F1840D"/>
                </a:solidFill>
                <a:latin typeface="Lora Bold Italics"/>
                <a:ea typeface="Lora Bold Italics"/>
                <a:cs typeface="Lora Bold Italics"/>
                <a:sym typeface="Lora Bold Italics"/>
              </a:rPr>
              <a:t>Scripting Area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817150" y="1668141"/>
            <a:ext cx="14161403" cy="7370563"/>
            <a:chOff x="0" y="0"/>
            <a:chExt cx="14478000" cy="753534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478000" cy="7535291"/>
            </a:xfrm>
            <a:custGeom>
              <a:avLst/>
              <a:gdLst/>
              <a:ahLst/>
              <a:cxnLst/>
              <a:rect l="l" t="t" r="r" b="b"/>
              <a:pathLst>
                <a:path w="14478000" h="7535291">
                  <a:moveTo>
                    <a:pt x="0" y="0"/>
                  </a:moveTo>
                  <a:lnTo>
                    <a:pt x="14478000" y="0"/>
                  </a:lnTo>
                  <a:lnTo>
                    <a:pt x="14478000" y="7535291"/>
                  </a:lnTo>
                  <a:lnTo>
                    <a:pt x="0" y="75352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1832" r="1831"/>
              </a:stretch>
            </a:blipFill>
          </p:spPr>
        </p:sp>
      </p:grpSp>
    </p:spTree>
  </p:cSld>
  <p:clrMapOvr>
    <a:masterClrMapping/>
  </p:clrMapOvr>
  <p:transition spd="slow">
    <p:push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59158">
            <a:off x="11098766" y="8069525"/>
            <a:ext cx="10069235" cy="3991079"/>
          </a:xfrm>
          <a:custGeom>
            <a:avLst/>
            <a:gdLst/>
            <a:ahLst/>
            <a:cxnLst/>
            <a:rect l="l" t="t" r="r" b="b"/>
            <a:pathLst>
              <a:path w="10069235" h="3991079">
                <a:moveTo>
                  <a:pt x="0" y="0"/>
                </a:moveTo>
                <a:lnTo>
                  <a:pt x="10069235" y="0"/>
                </a:lnTo>
                <a:lnTo>
                  <a:pt x="10069235" y="3991078"/>
                </a:lnTo>
                <a:lnTo>
                  <a:pt x="0" y="399107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 rot="-10800000">
            <a:off x="-2561716" y="-1436267"/>
            <a:ext cx="10069235" cy="3991079"/>
          </a:xfrm>
          <a:custGeom>
            <a:avLst/>
            <a:gdLst/>
            <a:ahLst/>
            <a:cxnLst/>
            <a:rect l="l" t="t" r="r" b="b"/>
            <a:pathLst>
              <a:path w="10069235" h="3991079">
                <a:moveTo>
                  <a:pt x="0" y="0"/>
                </a:moveTo>
                <a:lnTo>
                  <a:pt x="10069235" y="0"/>
                </a:lnTo>
                <a:lnTo>
                  <a:pt x="10069235" y="3991079"/>
                </a:lnTo>
                <a:lnTo>
                  <a:pt x="0" y="39910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 rot="-9510739">
            <a:off x="14283245" y="-2865453"/>
            <a:ext cx="6015263" cy="5730905"/>
          </a:xfrm>
          <a:custGeom>
            <a:avLst/>
            <a:gdLst/>
            <a:ahLst/>
            <a:cxnLst/>
            <a:rect l="l" t="t" r="r" b="b"/>
            <a:pathLst>
              <a:path w="6015263" h="5730905">
                <a:moveTo>
                  <a:pt x="0" y="0"/>
                </a:moveTo>
                <a:lnTo>
                  <a:pt x="6015264" y="0"/>
                </a:lnTo>
                <a:lnTo>
                  <a:pt x="6015264" y="5730906"/>
                </a:lnTo>
                <a:lnTo>
                  <a:pt x="0" y="573090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 rot="7043133">
            <a:off x="-3007632" y="7393599"/>
            <a:ext cx="6015263" cy="5730905"/>
          </a:xfrm>
          <a:custGeom>
            <a:avLst/>
            <a:gdLst/>
            <a:ahLst/>
            <a:cxnLst/>
            <a:rect l="l" t="t" r="r" b="b"/>
            <a:pathLst>
              <a:path w="6015263" h="5730905">
                <a:moveTo>
                  <a:pt x="0" y="0"/>
                </a:moveTo>
                <a:lnTo>
                  <a:pt x="6015264" y="0"/>
                </a:lnTo>
                <a:lnTo>
                  <a:pt x="6015264" y="5730905"/>
                </a:lnTo>
                <a:lnTo>
                  <a:pt x="0" y="573090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Freeform 6"/>
          <p:cNvSpPr/>
          <p:nvPr/>
        </p:nvSpPr>
        <p:spPr>
          <a:xfrm>
            <a:off x="8322904" y="268261"/>
            <a:ext cx="2668991" cy="582023"/>
          </a:xfrm>
          <a:custGeom>
            <a:avLst/>
            <a:gdLst/>
            <a:ahLst/>
            <a:cxnLst/>
            <a:rect l="l" t="t" r="r" b="b"/>
            <a:pathLst>
              <a:path w="2668991" h="582023">
                <a:moveTo>
                  <a:pt x="0" y="0"/>
                </a:moveTo>
                <a:lnTo>
                  <a:pt x="2668990" y="0"/>
                </a:lnTo>
                <a:lnTo>
                  <a:pt x="2668990" y="582023"/>
                </a:lnTo>
                <a:lnTo>
                  <a:pt x="0" y="58202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0" y="-57748"/>
            <a:ext cx="6522494" cy="11102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52"/>
              </a:lnSpc>
            </a:pPr>
            <a:r>
              <a:rPr lang="en-US" sz="6465" b="1" i="1" spc="64">
                <a:solidFill>
                  <a:srgbClr val="F1840D"/>
                </a:solidFill>
                <a:latin typeface="Lora Bold Italics"/>
                <a:ea typeface="Lora Bold Italics"/>
                <a:cs typeface="Lora Bold Italics"/>
                <a:sym typeface="Lora Bold Italics"/>
              </a:rPr>
              <a:t>Palettes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885447" y="2123907"/>
            <a:ext cx="14517106" cy="7555695"/>
            <a:chOff x="0" y="0"/>
            <a:chExt cx="14478000" cy="753534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478000" cy="7535291"/>
            </a:xfrm>
            <a:custGeom>
              <a:avLst/>
              <a:gdLst/>
              <a:ahLst/>
              <a:cxnLst/>
              <a:rect l="l" t="t" r="r" b="b"/>
              <a:pathLst>
                <a:path w="14478000" h="7535291">
                  <a:moveTo>
                    <a:pt x="0" y="0"/>
                  </a:moveTo>
                  <a:lnTo>
                    <a:pt x="14478000" y="0"/>
                  </a:lnTo>
                  <a:lnTo>
                    <a:pt x="14478000" y="7535291"/>
                  </a:lnTo>
                  <a:lnTo>
                    <a:pt x="0" y="75352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1701" r="1701"/>
              </a:stretch>
            </a:blipFill>
          </p:spPr>
        </p:sp>
      </p:grpSp>
    </p:spTree>
  </p:cSld>
  <p:clrMapOvr>
    <a:masterClrMapping/>
  </p:clrMapOvr>
  <p:transition spd="slow">
    <p:push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279466" y="-4488151"/>
            <a:ext cx="7315200" cy="7315200"/>
            <a:chOff x="0" y="0"/>
            <a:chExt cx="9753600" cy="97536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753600" cy="9753600"/>
            </a:xfrm>
            <a:custGeom>
              <a:avLst/>
              <a:gdLst/>
              <a:ahLst/>
              <a:cxnLst/>
              <a:rect l="l" t="t" r="r" b="b"/>
              <a:pathLst>
                <a:path w="9753600" h="9753600">
                  <a:moveTo>
                    <a:pt x="0" y="4876800"/>
                  </a:moveTo>
                  <a:cubicBezTo>
                    <a:pt x="0" y="2183384"/>
                    <a:pt x="2183384" y="0"/>
                    <a:pt x="4876800" y="0"/>
                  </a:cubicBezTo>
                  <a:cubicBezTo>
                    <a:pt x="7570216" y="0"/>
                    <a:pt x="9753600" y="2183384"/>
                    <a:pt x="9753600" y="4876800"/>
                  </a:cubicBezTo>
                  <a:cubicBezTo>
                    <a:pt x="9753600" y="7570216"/>
                    <a:pt x="7570216" y="9753600"/>
                    <a:pt x="4876800" y="9753600"/>
                  </a:cubicBezTo>
                  <a:cubicBezTo>
                    <a:pt x="2183384" y="9753600"/>
                    <a:pt x="0" y="7570216"/>
                    <a:pt x="0" y="4876800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4630400" y="-2743200"/>
            <a:ext cx="6400800" cy="6400800"/>
            <a:chOff x="0" y="0"/>
            <a:chExt cx="8534400" cy="85344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534400" cy="8534400"/>
            </a:xfrm>
            <a:custGeom>
              <a:avLst/>
              <a:gdLst/>
              <a:ahLst/>
              <a:cxnLst/>
              <a:rect l="l" t="t" r="r" b="b"/>
              <a:pathLst>
                <a:path w="8534400" h="8534400">
                  <a:moveTo>
                    <a:pt x="0" y="4267200"/>
                  </a:moveTo>
                  <a:cubicBezTo>
                    <a:pt x="0" y="1910461"/>
                    <a:pt x="1910461" y="0"/>
                    <a:pt x="4267200" y="0"/>
                  </a:cubicBezTo>
                  <a:cubicBezTo>
                    <a:pt x="6623939" y="0"/>
                    <a:pt x="8534400" y="1910461"/>
                    <a:pt x="8534400" y="4267200"/>
                  </a:cubicBezTo>
                  <a:cubicBezTo>
                    <a:pt x="8534400" y="6623939"/>
                    <a:pt x="6623939" y="8534400"/>
                    <a:pt x="4267200" y="8534400"/>
                  </a:cubicBezTo>
                  <a:cubicBezTo>
                    <a:pt x="1910461" y="8534400"/>
                    <a:pt x="0" y="6623939"/>
                    <a:pt x="0" y="4267200"/>
                  </a:cubicBezTo>
                  <a:close/>
                </a:path>
              </a:pathLst>
            </a:custGeom>
            <a:solidFill>
              <a:srgbClr val="E8952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-3087326" y="8228256"/>
            <a:ext cx="5486400" cy="5486400"/>
            <a:chOff x="0" y="0"/>
            <a:chExt cx="7315200" cy="7315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315200" cy="7315200"/>
            </a:xfrm>
            <a:custGeom>
              <a:avLst/>
              <a:gdLst/>
              <a:ahLst/>
              <a:cxnLst/>
              <a:rect l="l" t="t" r="r" b="b"/>
              <a:pathLst>
                <a:path w="7315200" h="7315200">
                  <a:moveTo>
                    <a:pt x="0" y="3657600"/>
                  </a:moveTo>
                  <a:cubicBezTo>
                    <a:pt x="0" y="1637538"/>
                    <a:pt x="1637538" y="0"/>
                    <a:pt x="3657600" y="0"/>
                  </a:cubicBezTo>
                  <a:cubicBezTo>
                    <a:pt x="5677662" y="0"/>
                    <a:pt x="7315200" y="1637538"/>
                    <a:pt x="7315200" y="3657600"/>
                  </a:cubicBezTo>
                  <a:cubicBezTo>
                    <a:pt x="7315200" y="5677662"/>
                    <a:pt x="5677662" y="7315200"/>
                    <a:pt x="3657600" y="7315200"/>
                  </a:cubicBezTo>
                  <a:cubicBezTo>
                    <a:pt x="1637538" y="7315200"/>
                    <a:pt x="0" y="5677662"/>
                    <a:pt x="0" y="3657600"/>
                  </a:cubicBezTo>
                  <a:close/>
                </a:path>
              </a:pathLst>
            </a:custGeom>
            <a:solidFill>
              <a:srgbClr val="E8952F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4996160" y="6949440"/>
            <a:ext cx="6400800" cy="6400800"/>
            <a:chOff x="0" y="0"/>
            <a:chExt cx="8534400" cy="85344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534400" cy="8534400"/>
            </a:xfrm>
            <a:custGeom>
              <a:avLst/>
              <a:gdLst/>
              <a:ahLst/>
              <a:cxnLst/>
              <a:rect l="l" t="t" r="r" b="b"/>
              <a:pathLst>
                <a:path w="8534400" h="8534400">
                  <a:moveTo>
                    <a:pt x="0" y="4267200"/>
                  </a:moveTo>
                  <a:cubicBezTo>
                    <a:pt x="0" y="1910461"/>
                    <a:pt x="1910461" y="0"/>
                    <a:pt x="4267200" y="0"/>
                  </a:cubicBezTo>
                  <a:cubicBezTo>
                    <a:pt x="6623939" y="0"/>
                    <a:pt x="8534400" y="1910461"/>
                    <a:pt x="8534400" y="4267200"/>
                  </a:cubicBezTo>
                  <a:cubicBezTo>
                    <a:pt x="8534400" y="6623939"/>
                    <a:pt x="6623939" y="8534400"/>
                    <a:pt x="4267200" y="8534400"/>
                  </a:cubicBezTo>
                  <a:cubicBezTo>
                    <a:pt x="1910461" y="8534400"/>
                    <a:pt x="0" y="6623939"/>
                    <a:pt x="0" y="4267200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1735478" y="3128981"/>
            <a:ext cx="12894922" cy="1645920"/>
            <a:chOff x="0" y="0"/>
            <a:chExt cx="17193229" cy="219456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7193230" cy="2194560"/>
            </a:xfrm>
            <a:custGeom>
              <a:avLst/>
              <a:gdLst/>
              <a:ahLst/>
              <a:cxnLst/>
              <a:rect l="l" t="t" r="r" b="b"/>
              <a:pathLst>
                <a:path w="17193230" h="2194560">
                  <a:moveTo>
                    <a:pt x="0" y="0"/>
                  </a:moveTo>
                  <a:lnTo>
                    <a:pt x="17193230" y="0"/>
                  </a:lnTo>
                  <a:lnTo>
                    <a:pt x="1719323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9900" r="14906" b="-79900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9525"/>
              <a:ext cx="17193229" cy="22040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9600"/>
                </a:lnSpc>
              </a:pPr>
              <a:r>
                <a:rPr lang="en-US" sz="8000" b="1" i="1">
                  <a:solidFill>
                    <a:srgbClr val="1E2761"/>
                  </a:solidFill>
                  <a:latin typeface="Georgia Bold Italics"/>
                  <a:ea typeface="Georgia Bold Italics"/>
                  <a:cs typeface="Georgia Bold Italics"/>
                  <a:sym typeface="Georgia Bold Italics"/>
                </a:rPr>
                <a:t>Let’s make a </a:t>
              </a:r>
              <a:r>
                <a:rPr lang="en-US" sz="8000" b="1" i="1">
                  <a:solidFill>
                    <a:srgbClr val="F1840D"/>
                  </a:solidFill>
                  <a:latin typeface="Georgia Bold Italics"/>
                  <a:ea typeface="Georgia Bold Italics"/>
                  <a:cs typeface="Georgia Bold Italics"/>
                  <a:sym typeface="Georgia Bold Italics"/>
                </a:rPr>
                <a:t>game</a:t>
              </a:r>
              <a:r>
                <a:rPr lang="en-US" sz="8000" b="1" i="1">
                  <a:solidFill>
                    <a:srgbClr val="1E2761"/>
                  </a:solidFill>
                  <a:latin typeface="Georgia Bold Italics"/>
                  <a:ea typeface="Georgia Bold Italics"/>
                  <a:cs typeface="Georgia Bold Italics"/>
                  <a:sym typeface="Georgia Bold Italics"/>
                </a:rPr>
                <a:t>!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400800" y="6583680"/>
            <a:ext cx="3291840" cy="4206240"/>
            <a:chOff x="0" y="0"/>
            <a:chExt cx="4389120" cy="5608320"/>
          </a:xfrm>
        </p:grpSpPr>
        <p:sp>
          <p:nvSpPr>
            <p:cNvPr id="14" name="Freeform 14" descr="preencoded.png"/>
            <p:cNvSpPr/>
            <p:nvPr/>
          </p:nvSpPr>
          <p:spPr>
            <a:xfrm>
              <a:off x="0" y="0"/>
              <a:ext cx="4389120" cy="5608320"/>
            </a:xfrm>
            <a:custGeom>
              <a:avLst/>
              <a:gdLst/>
              <a:ahLst/>
              <a:cxnLst/>
              <a:rect l="l" t="t" r="r" b="b"/>
              <a:pathLst>
                <a:path w="4389120" h="5608320">
                  <a:moveTo>
                    <a:pt x="0" y="0"/>
                  </a:moveTo>
                  <a:lnTo>
                    <a:pt x="4389120" y="0"/>
                  </a:lnTo>
                  <a:lnTo>
                    <a:pt x="4389120" y="5608320"/>
                  </a:lnTo>
                  <a:lnTo>
                    <a:pt x="0" y="5608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3888" r="-13888"/>
              </a:stretch>
            </a:blipFill>
          </p:spPr>
        </p:sp>
      </p:grpSp>
    </p:spTree>
  </p:cSld>
  <p:clrMapOvr>
    <a:masterClrMapping/>
  </p:clrMapOvr>
  <p:transition spd="slow">
    <p:push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581276" y="9258300"/>
            <a:ext cx="2668991" cy="582023"/>
          </a:xfrm>
          <a:custGeom>
            <a:avLst/>
            <a:gdLst/>
            <a:ahLst/>
            <a:cxnLst/>
            <a:rect l="l" t="t" r="r" b="b"/>
            <a:pathLst>
              <a:path w="2668991" h="582023">
                <a:moveTo>
                  <a:pt x="0" y="0"/>
                </a:moveTo>
                <a:lnTo>
                  <a:pt x="2668991" y="0"/>
                </a:lnTo>
                <a:lnTo>
                  <a:pt x="2668991" y="582023"/>
                </a:lnTo>
                <a:lnTo>
                  <a:pt x="0" y="5820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126072" y="3557907"/>
            <a:ext cx="4484851" cy="3987440"/>
          </a:xfrm>
          <a:custGeom>
            <a:avLst/>
            <a:gdLst/>
            <a:ahLst/>
            <a:cxnLst/>
            <a:rect l="l" t="t" r="r" b="b"/>
            <a:pathLst>
              <a:path w="4484851" h="3987440">
                <a:moveTo>
                  <a:pt x="0" y="0"/>
                </a:moveTo>
                <a:lnTo>
                  <a:pt x="4484851" y="0"/>
                </a:lnTo>
                <a:lnTo>
                  <a:pt x="4484851" y="3987439"/>
                </a:lnTo>
                <a:lnTo>
                  <a:pt x="0" y="39874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8144323" y="5877233"/>
            <a:ext cx="568482" cy="568482"/>
          </a:xfrm>
          <a:custGeom>
            <a:avLst/>
            <a:gdLst/>
            <a:ahLst/>
            <a:cxnLst/>
            <a:rect l="l" t="t" r="r" b="b"/>
            <a:pathLst>
              <a:path w="568482" h="568482">
                <a:moveTo>
                  <a:pt x="0" y="0"/>
                </a:moveTo>
                <a:lnTo>
                  <a:pt x="568482" y="0"/>
                </a:lnTo>
                <a:lnTo>
                  <a:pt x="568482" y="568482"/>
                </a:lnTo>
                <a:lnTo>
                  <a:pt x="0" y="5684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8879726" y="5907755"/>
            <a:ext cx="2862846" cy="537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368"/>
              </a:lnSpc>
            </a:pPr>
            <a:r>
              <a:rPr lang="en-US" sz="3120" i="1" spc="31">
                <a:solidFill>
                  <a:srgbClr val="021B43"/>
                </a:solidFill>
                <a:latin typeface="Lora Italics"/>
                <a:ea typeface="Lora Italics"/>
                <a:cs typeface="Lora Italics"/>
                <a:sym typeface="Lora Italics"/>
              </a:rPr>
              <a:t>+966 563716559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144323" y="3291207"/>
            <a:ext cx="6961679" cy="1577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073"/>
              </a:lnSpc>
              <a:spcBef>
                <a:spcPct val="0"/>
              </a:spcBef>
            </a:pPr>
            <a:r>
              <a:rPr lang="en-US" sz="8544" b="1" i="1" spc="367">
                <a:solidFill>
                  <a:srgbClr val="021B43"/>
                </a:solidFill>
                <a:latin typeface="Lora Bold Italics"/>
                <a:ea typeface="Lora Bold Italics"/>
                <a:cs typeface="Lora Bold Italics"/>
                <a:sym typeface="Lora Bold Italics"/>
              </a:rPr>
              <a:t>Thank you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144323" y="4925501"/>
            <a:ext cx="3598250" cy="6542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263"/>
              </a:lnSpc>
            </a:pPr>
            <a:r>
              <a:rPr lang="en-US" sz="3759" b="1" i="1" spc="37">
                <a:solidFill>
                  <a:srgbClr val="021B43"/>
                </a:solidFill>
                <a:latin typeface="Lora Bold Italics"/>
                <a:ea typeface="Lora Bold Italics"/>
                <a:cs typeface="Lora Bold Italics"/>
                <a:sym typeface="Lora Bold Italics"/>
              </a:rPr>
              <a:t>Contact Us</a:t>
            </a:r>
          </a:p>
        </p:txBody>
      </p:sp>
      <p:sp>
        <p:nvSpPr>
          <p:cNvPr id="8" name="Freeform 8"/>
          <p:cNvSpPr/>
          <p:nvPr/>
        </p:nvSpPr>
        <p:spPr>
          <a:xfrm rot="-10800000">
            <a:off x="12275973" y="5490194"/>
            <a:ext cx="8059750" cy="4796806"/>
          </a:xfrm>
          <a:custGeom>
            <a:avLst/>
            <a:gdLst/>
            <a:ahLst/>
            <a:cxnLst/>
            <a:rect l="l" t="t" r="r" b="b"/>
            <a:pathLst>
              <a:path w="8059750" h="4796806">
                <a:moveTo>
                  <a:pt x="0" y="0"/>
                </a:moveTo>
                <a:lnTo>
                  <a:pt x="8059749" y="0"/>
                </a:lnTo>
                <a:lnTo>
                  <a:pt x="8059749" y="4796806"/>
                </a:lnTo>
                <a:lnTo>
                  <a:pt x="0" y="47968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9" name="Freeform 9"/>
          <p:cNvSpPr/>
          <p:nvPr/>
        </p:nvSpPr>
        <p:spPr>
          <a:xfrm rot="249714">
            <a:off x="-4496836" y="-3758043"/>
            <a:ext cx="9889586" cy="7516085"/>
          </a:xfrm>
          <a:custGeom>
            <a:avLst/>
            <a:gdLst/>
            <a:ahLst/>
            <a:cxnLst/>
            <a:rect l="l" t="t" r="r" b="b"/>
            <a:pathLst>
              <a:path w="9889586" h="7516085">
                <a:moveTo>
                  <a:pt x="0" y="0"/>
                </a:moveTo>
                <a:lnTo>
                  <a:pt x="9889586" y="0"/>
                </a:lnTo>
                <a:lnTo>
                  <a:pt x="9889586" y="7516086"/>
                </a:lnTo>
                <a:lnTo>
                  <a:pt x="0" y="751608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0" name="Freeform 10"/>
          <p:cNvSpPr/>
          <p:nvPr/>
        </p:nvSpPr>
        <p:spPr>
          <a:xfrm>
            <a:off x="6214426" y="1449873"/>
            <a:ext cx="5517340" cy="1203158"/>
          </a:xfrm>
          <a:custGeom>
            <a:avLst/>
            <a:gdLst/>
            <a:ahLst/>
            <a:cxnLst/>
            <a:rect l="l" t="t" r="r" b="b"/>
            <a:pathLst>
              <a:path w="5517340" h="1203158">
                <a:moveTo>
                  <a:pt x="0" y="0"/>
                </a:moveTo>
                <a:lnTo>
                  <a:pt x="5517339" y="0"/>
                </a:lnTo>
                <a:lnTo>
                  <a:pt x="5517339" y="1203159"/>
                </a:lnTo>
                <a:lnTo>
                  <a:pt x="0" y="12031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304</Words>
  <Application>Microsoft Office PowerPoint</Application>
  <PresentationFormat>Custom</PresentationFormat>
  <Paragraphs>104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8" baseType="lpstr">
      <vt:lpstr>Georgia Bold Italics</vt:lpstr>
      <vt:lpstr>Arial</vt:lpstr>
      <vt:lpstr>Lora Bold Italics</vt:lpstr>
      <vt:lpstr>Quicksand</vt:lpstr>
      <vt:lpstr>Lora Italics</vt:lpstr>
      <vt:lpstr>Georgia Bold</vt:lpstr>
      <vt:lpstr>Georgia</vt:lpstr>
      <vt:lpstr>Calibri</vt:lpstr>
      <vt:lpstr>Georgia Italics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free</dc:title>
  <dc:creator>Mahmoud Refat</dc:creator>
  <cp:lastModifiedBy>Microsoft account</cp:lastModifiedBy>
  <cp:revision>2</cp:revision>
  <dcterms:created xsi:type="dcterms:W3CDTF">2006-08-16T00:00:00Z</dcterms:created>
  <dcterms:modified xsi:type="dcterms:W3CDTF">2026-04-15T10:41:05Z</dcterms:modified>
  <dc:identifier>DAHFZj3PgAk</dc:identifier>
</cp:coreProperties>
</file>